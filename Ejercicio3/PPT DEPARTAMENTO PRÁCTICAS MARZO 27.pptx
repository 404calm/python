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2" r:id="rId3"/>
    <p:sldId id="261" r:id="rId4"/>
    <p:sldId id="262" r:id="rId5"/>
    <p:sldId id="273" r:id="rId6"/>
    <p:sldId id="266" r:id="rId7"/>
    <p:sldId id="269" r:id="rId8"/>
    <p:sldId id="267" r:id="rId9"/>
    <p:sldId id="274" r:id="rId10"/>
    <p:sldId id="275" r:id="rId11"/>
    <p:sldId id="278" r:id="rId12"/>
    <p:sldId id="270" r:id="rId13"/>
    <p:sldId id="271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 panose="020B0604020202020204" charset="0"/>
      <p:regular r:id="rId19"/>
    </p:embeddedFont>
    <p:embeddedFont>
      <p:font typeface="DM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30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4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3.png"/><Relationship Id="rId9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9050" y="-40944"/>
            <a:ext cx="18288000" cy="10379122"/>
          </a:xfrm>
          <a:custGeom>
            <a:avLst/>
            <a:gdLst/>
            <a:ahLst/>
            <a:cxnLst/>
            <a:rect l="l" t="t" r="r" b="b"/>
            <a:pathLst>
              <a:path w="18288000" h="10379122">
                <a:moveTo>
                  <a:pt x="18288000" y="0"/>
                </a:moveTo>
                <a:lnTo>
                  <a:pt x="0" y="0"/>
                </a:lnTo>
                <a:lnTo>
                  <a:pt x="0" y="10379122"/>
                </a:lnTo>
                <a:lnTo>
                  <a:pt x="18288000" y="10379122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781" r="-19" b="-868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40944"/>
            <a:ext cx="18288000" cy="10379122"/>
            <a:chOff x="0" y="0"/>
            <a:chExt cx="24384000" cy="138388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838810"/>
            </a:xfrm>
            <a:custGeom>
              <a:avLst/>
              <a:gdLst/>
              <a:ahLst/>
              <a:cxnLst/>
              <a:rect l="l" t="t" r="r" b="b"/>
              <a:pathLst>
                <a:path w="24384000" h="13838810">
                  <a:moveTo>
                    <a:pt x="0" y="0"/>
                  </a:moveTo>
                  <a:lnTo>
                    <a:pt x="24384000" y="0"/>
                  </a:lnTo>
                  <a:lnTo>
                    <a:pt x="24384000" y="13838810"/>
                  </a:lnTo>
                  <a:lnTo>
                    <a:pt x="0" y="1383881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33000"/>
                  </a:srgbClr>
                </a:gs>
                <a:gs pos="100000">
                  <a:srgbClr val="009AE3">
                    <a:alpha val="72000"/>
                  </a:srgbClr>
                </a:gs>
              </a:gsLst>
              <a:lin ang="5400000"/>
            </a:gradFill>
          </p:spPr>
        </p:sp>
      </p:grpSp>
      <p:sp>
        <p:nvSpPr>
          <p:cNvPr id="5" name="TextBox 5"/>
          <p:cNvSpPr txBox="1"/>
          <p:nvPr/>
        </p:nvSpPr>
        <p:spPr>
          <a:xfrm>
            <a:off x="2377440" y="4223621"/>
            <a:ext cx="13533120" cy="1935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9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DIGITECH</a:t>
            </a:r>
          </a:p>
          <a:p>
            <a:pPr algn="l">
              <a:lnSpc>
                <a:spcPts val="5184"/>
              </a:lnSpc>
            </a:pPr>
            <a:r>
              <a:rPr lang="en-US" sz="48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Departamento de prácticas.</a:t>
            </a:r>
          </a:p>
        </p:txBody>
      </p:sp>
      <p:sp>
        <p:nvSpPr>
          <p:cNvPr id="6" name="Freeform 6"/>
          <p:cNvSpPr/>
          <p:nvPr/>
        </p:nvSpPr>
        <p:spPr>
          <a:xfrm>
            <a:off x="14558962" y="380854"/>
            <a:ext cx="3257955" cy="1595532"/>
          </a:xfrm>
          <a:custGeom>
            <a:avLst/>
            <a:gdLst/>
            <a:ahLst/>
            <a:cxnLst/>
            <a:rect l="l" t="t" r="r" b="b"/>
            <a:pathLst>
              <a:path w="3257955" h="1595532">
                <a:moveTo>
                  <a:pt x="0" y="0"/>
                </a:moveTo>
                <a:lnTo>
                  <a:pt x="3257956" y="0"/>
                </a:lnTo>
                <a:lnTo>
                  <a:pt x="3257956" y="1595532"/>
                </a:lnTo>
                <a:lnTo>
                  <a:pt x="0" y="1595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" r="-2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726298" y="4317558"/>
            <a:ext cx="858742" cy="1049574"/>
          </a:xfrm>
          <a:custGeom>
            <a:avLst/>
            <a:gdLst/>
            <a:ahLst/>
            <a:cxnLst/>
            <a:rect l="l" t="t" r="r" b="b"/>
            <a:pathLst>
              <a:path w="858742" h="1049574">
                <a:moveTo>
                  <a:pt x="0" y="0"/>
                </a:moveTo>
                <a:lnTo>
                  <a:pt x="858742" y="0"/>
                </a:lnTo>
                <a:lnTo>
                  <a:pt x="858742" y="1049574"/>
                </a:lnTo>
                <a:lnTo>
                  <a:pt x="0" y="1049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568" t="-50253" r="-72973" b="-7976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77440" y="7148504"/>
            <a:ext cx="11195717" cy="115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“Mira de cerca al presente que estás construyendo,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porque debe parecerse al futuro con el que sueñas.”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6154400" cy="1143000"/>
          </a:xfrm>
        </p:spPr>
        <p:txBody>
          <a:bodyPr>
            <a:normAutofit/>
          </a:bodyPr>
          <a:lstStyle/>
          <a:p>
            <a:r>
              <a:rPr lang="es-ES" b="1" dirty="0" smtClean="0">
                <a:solidFill>
                  <a:schemeClr val="accent1"/>
                </a:solidFill>
              </a:rPr>
              <a:t>Equipo Departamento de Empresas-Prácticas </a:t>
            </a:r>
            <a:endParaRPr lang="es-ES" b="1" dirty="0">
              <a:solidFill>
                <a:schemeClr val="accent1"/>
              </a:solidFill>
            </a:endParaRP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0200" y="4145915"/>
            <a:ext cx="76200" cy="90170"/>
          </a:xfrm>
        </p:spPr>
      </p:pic>
      <p:sp>
        <p:nvSpPr>
          <p:cNvPr id="7" name="CuadroTexto 6"/>
          <p:cNvSpPr txBox="1"/>
          <p:nvPr/>
        </p:nvSpPr>
        <p:spPr>
          <a:xfrm>
            <a:off x="1447800" y="7124700"/>
            <a:ext cx="3276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Marina Ginés</a:t>
            </a:r>
          </a:p>
          <a:p>
            <a:pPr algn="ctr"/>
            <a:endParaRPr lang="es-ES" dirty="0"/>
          </a:p>
          <a:p>
            <a:pPr algn="ctr"/>
            <a:r>
              <a:rPr lang="es-ES" sz="2400" b="1" dirty="0" smtClean="0"/>
              <a:t>Directora Departamento Empresa-Prácticas</a:t>
            </a:r>
            <a:endParaRPr lang="es-ES" sz="2400" b="1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902226"/>
            <a:ext cx="2857500" cy="338137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6553200" y="7063144"/>
            <a:ext cx="2857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Rocío Martín</a:t>
            </a:r>
          </a:p>
          <a:p>
            <a:pPr algn="ctr"/>
            <a:endParaRPr lang="es-ES" dirty="0"/>
          </a:p>
          <a:p>
            <a:pPr algn="ctr"/>
            <a:r>
              <a:rPr lang="es-ES" sz="2400" b="1" dirty="0" smtClean="0"/>
              <a:t>Coordinadora Departamento de Empresas-Prácticas</a:t>
            </a:r>
            <a:endParaRPr lang="es-ES" sz="2400" b="1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2867439"/>
            <a:ext cx="2857500" cy="3381375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11049000" y="7124700"/>
            <a:ext cx="327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Jesús Durán</a:t>
            </a:r>
          </a:p>
          <a:p>
            <a:pPr algn="ctr"/>
            <a:endParaRPr lang="es-ES" dirty="0"/>
          </a:p>
          <a:p>
            <a:pPr algn="ctr"/>
            <a:r>
              <a:rPr lang="es-ES" sz="2400" b="1" dirty="0" smtClean="0"/>
              <a:t>Coordinador Departamento de Empresas-Prácticas</a:t>
            </a:r>
            <a:endParaRPr lang="es-ES" sz="2400" b="1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0" y="346075"/>
            <a:ext cx="1152525" cy="1152525"/>
          </a:xfrm>
          <a:prstGeom prst="rect">
            <a:avLst/>
          </a:prstGeom>
        </p:spPr>
      </p:pic>
      <p:pic>
        <p:nvPicPr>
          <p:cNvPr id="4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2909996"/>
            <a:ext cx="2743200" cy="3373605"/>
          </a:xfrm>
        </p:spPr>
      </p:pic>
    </p:spTree>
    <p:extLst>
      <p:ext uri="{BB962C8B-B14F-4D97-AF65-F5344CB8AC3E}">
        <p14:creationId xmlns:p14="http://schemas.microsoft.com/office/powerpoint/2010/main" val="380717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F1FD">
                <a:alpha val="51765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499" y="2825086"/>
            <a:ext cx="8811852" cy="1670881"/>
            <a:chOff x="0" y="0"/>
            <a:chExt cx="11749136" cy="22278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49151" cy="2227834"/>
            </a:xfrm>
            <a:custGeom>
              <a:avLst/>
              <a:gdLst/>
              <a:ahLst/>
              <a:cxnLst/>
              <a:rect l="l" t="t" r="r" b="b"/>
              <a:pathLst>
                <a:path w="11749151" h="2227834">
                  <a:moveTo>
                    <a:pt x="0" y="217297"/>
                  </a:moveTo>
                  <a:cubicBezTo>
                    <a:pt x="0" y="97282"/>
                    <a:pt x="97282" y="0"/>
                    <a:pt x="217297" y="0"/>
                  </a:cubicBezTo>
                  <a:lnTo>
                    <a:pt x="11531854" y="0"/>
                  </a:lnTo>
                  <a:cubicBezTo>
                    <a:pt x="11651869" y="0"/>
                    <a:pt x="11749151" y="97282"/>
                    <a:pt x="11749151" y="217297"/>
                  </a:cubicBezTo>
                  <a:lnTo>
                    <a:pt x="11749151" y="2010537"/>
                  </a:lnTo>
                  <a:cubicBezTo>
                    <a:pt x="11749151" y="2130552"/>
                    <a:pt x="11651869" y="2227834"/>
                    <a:pt x="11531854" y="2227834"/>
                  </a:cubicBezTo>
                  <a:lnTo>
                    <a:pt x="217297" y="2227834"/>
                  </a:lnTo>
                  <a:cubicBezTo>
                    <a:pt x="97282" y="2227834"/>
                    <a:pt x="0" y="2130552"/>
                    <a:pt x="0" y="20105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7173575" y="353750"/>
            <a:ext cx="784608" cy="864037"/>
          </a:xfrm>
          <a:custGeom>
            <a:avLst/>
            <a:gdLst/>
            <a:ahLst/>
            <a:cxnLst/>
            <a:rect l="l" t="t" r="r" b="b"/>
            <a:pathLst>
              <a:path w="784608" h="864037">
                <a:moveTo>
                  <a:pt x="0" y="0"/>
                </a:moveTo>
                <a:lnTo>
                  <a:pt x="784608" y="0"/>
                </a:lnTo>
                <a:lnTo>
                  <a:pt x="784608" y="864037"/>
                </a:lnTo>
                <a:lnTo>
                  <a:pt x="0" y="8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3" r="-27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28902" y="2976348"/>
            <a:ext cx="8095528" cy="129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Incluir los datos personales e información de contacto relevante, como nombre completo, dirección, correo electrónico y número telefónico.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2876" y="2553344"/>
            <a:ext cx="291288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92994" y="2528744"/>
            <a:ext cx="667731" cy="667731"/>
            <a:chOff x="0" y="0"/>
            <a:chExt cx="890308" cy="8903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348740" y="669607"/>
            <a:ext cx="15590520" cy="182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TIPS – Cómo hacer un CV profesional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11339" y="2349476"/>
            <a:ext cx="5739879" cy="7471438"/>
            <a:chOff x="0" y="0"/>
            <a:chExt cx="7653172" cy="9961918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7640447" cy="9949180"/>
            </a:xfrm>
            <a:custGeom>
              <a:avLst/>
              <a:gdLst/>
              <a:ahLst/>
              <a:cxnLst/>
              <a:rect l="l" t="t" r="r" b="b"/>
              <a:pathLst>
                <a:path w="7640447" h="9949180">
                  <a:moveTo>
                    <a:pt x="0" y="0"/>
                  </a:moveTo>
                  <a:lnTo>
                    <a:pt x="7640447" y="0"/>
                  </a:lnTo>
                  <a:lnTo>
                    <a:pt x="7640447" y="9949180"/>
                  </a:lnTo>
                  <a:lnTo>
                    <a:pt x="0" y="99491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452926" y="2681066"/>
            <a:ext cx="1368278" cy="1368278"/>
            <a:chOff x="0" y="0"/>
            <a:chExt cx="1824370" cy="1824370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1786382" cy="1786382"/>
            </a:xfrm>
            <a:custGeom>
              <a:avLst/>
              <a:gdLst/>
              <a:ahLst/>
              <a:cxnLst/>
              <a:rect l="l" t="t" r="r" b="b"/>
              <a:pathLst>
                <a:path w="1786382" h="1786382">
                  <a:moveTo>
                    <a:pt x="0" y="893191"/>
                  </a:moveTo>
                  <a:cubicBezTo>
                    <a:pt x="0" y="399923"/>
                    <a:pt x="399923" y="0"/>
                    <a:pt x="893191" y="0"/>
                  </a:cubicBezTo>
                  <a:cubicBezTo>
                    <a:pt x="1386459" y="0"/>
                    <a:pt x="1786382" y="399923"/>
                    <a:pt x="1786382" y="893191"/>
                  </a:cubicBezTo>
                  <a:cubicBezTo>
                    <a:pt x="1786382" y="1386459"/>
                    <a:pt x="1386459" y="1786382"/>
                    <a:pt x="893191" y="1786382"/>
                  </a:cubicBezTo>
                  <a:cubicBezTo>
                    <a:pt x="399923" y="1786382"/>
                    <a:pt x="0" y="1386459"/>
                    <a:pt x="0" y="893191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824482" cy="1824482"/>
            </a:xfrm>
            <a:custGeom>
              <a:avLst/>
              <a:gdLst/>
              <a:ahLst/>
              <a:cxnLst/>
              <a:rect l="l" t="t" r="r" b="b"/>
              <a:pathLst>
                <a:path w="1824482" h="1824482">
                  <a:moveTo>
                    <a:pt x="0" y="912241"/>
                  </a:moveTo>
                  <a:cubicBezTo>
                    <a:pt x="0" y="408432"/>
                    <a:pt x="408432" y="0"/>
                    <a:pt x="912241" y="0"/>
                  </a:cubicBezTo>
                  <a:lnTo>
                    <a:pt x="912241" y="19050"/>
                  </a:lnTo>
                  <a:lnTo>
                    <a:pt x="912241" y="0"/>
                  </a:lnTo>
                  <a:cubicBezTo>
                    <a:pt x="1416050" y="0"/>
                    <a:pt x="1824482" y="408432"/>
                    <a:pt x="1824482" y="912241"/>
                  </a:cubicBezTo>
                  <a:lnTo>
                    <a:pt x="1805432" y="912241"/>
                  </a:lnTo>
                  <a:lnTo>
                    <a:pt x="1824482" y="912241"/>
                  </a:lnTo>
                  <a:cubicBezTo>
                    <a:pt x="1824482" y="1416050"/>
                    <a:pt x="1416050" y="1824482"/>
                    <a:pt x="912241" y="1824482"/>
                  </a:cubicBezTo>
                  <a:lnTo>
                    <a:pt x="912241" y="1805432"/>
                  </a:lnTo>
                  <a:lnTo>
                    <a:pt x="912241" y="1824482"/>
                  </a:lnTo>
                  <a:cubicBezTo>
                    <a:pt x="408432" y="1824355"/>
                    <a:pt x="0" y="1415923"/>
                    <a:pt x="0" y="912241"/>
                  </a:cubicBezTo>
                  <a:lnTo>
                    <a:pt x="19050" y="912241"/>
                  </a:lnTo>
                  <a:lnTo>
                    <a:pt x="35179" y="922401"/>
                  </a:lnTo>
                  <a:cubicBezTo>
                    <a:pt x="30607" y="929513"/>
                    <a:pt x="21971" y="932815"/>
                    <a:pt x="13716" y="930529"/>
                  </a:cubicBezTo>
                  <a:cubicBezTo>
                    <a:pt x="5461" y="928243"/>
                    <a:pt x="0" y="920623"/>
                    <a:pt x="0" y="912241"/>
                  </a:cubicBezTo>
                  <a:moveTo>
                    <a:pt x="38100" y="912241"/>
                  </a:moveTo>
                  <a:lnTo>
                    <a:pt x="19050" y="912241"/>
                  </a:lnTo>
                  <a:lnTo>
                    <a:pt x="2921" y="902081"/>
                  </a:lnTo>
                  <a:cubicBezTo>
                    <a:pt x="7493" y="894969"/>
                    <a:pt x="16129" y="891667"/>
                    <a:pt x="24384" y="893953"/>
                  </a:cubicBezTo>
                  <a:cubicBezTo>
                    <a:pt x="32639" y="896239"/>
                    <a:pt x="38100" y="903732"/>
                    <a:pt x="38100" y="912241"/>
                  </a:cubicBezTo>
                  <a:cubicBezTo>
                    <a:pt x="38100" y="1394968"/>
                    <a:pt x="429387" y="1786382"/>
                    <a:pt x="912241" y="1786382"/>
                  </a:cubicBezTo>
                  <a:cubicBezTo>
                    <a:pt x="1395095" y="1786382"/>
                    <a:pt x="1786382" y="1395095"/>
                    <a:pt x="1786382" y="912241"/>
                  </a:cubicBezTo>
                  <a:cubicBezTo>
                    <a:pt x="1786382" y="429387"/>
                    <a:pt x="1394968" y="38100"/>
                    <a:pt x="912241" y="38100"/>
                  </a:cubicBezTo>
                  <a:lnTo>
                    <a:pt x="912241" y="19050"/>
                  </a:lnTo>
                  <a:lnTo>
                    <a:pt x="912241" y="38100"/>
                  </a:lnTo>
                  <a:cubicBezTo>
                    <a:pt x="429387" y="38100"/>
                    <a:pt x="38100" y="429387"/>
                    <a:pt x="38100" y="9122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1630743" y="3159150"/>
            <a:ext cx="1036685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53200" y="4292092"/>
            <a:ext cx="1560867" cy="25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Datos personales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452926" y="4578333"/>
            <a:ext cx="1666869" cy="507684"/>
            <a:chOff x="0" y="0"/>
            <a:chExt cx="2222492" cy="67691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2184400" cy="638810"/>
            </a:xfrm>
            <a:custGeom>
              <a:avLst/>
              <a:gdLst/>
              <a:ahLst/>
              <a:cxnLst/>
              <a:rect l="l" t="t" r="r" b="b"/>
              <a:pathLst>
                <a:path w="2184400" h="638810">
                  <a:moveTo>
                    <a:pt x="0" y="0"/>
                  </a:moveTo>
                  <a:lnTo>
                    <a:pt x="2184400" y="0"/>
                  </a:lnTo>
                  <a:lnTo>
                    <a:pt x="2184400" y="638810"/>
                  </a:lnTo>
                  <a:lnTo>
                    <a:pt x="0" y="638810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222500" cy="676910"/>
            </a:xfrm>
            <a:custGeom>
              <a:avLst/>
              <a:gdLst/>
              <a:ahLst/>
              <a:cxnLst/>
              <a:rect l="l" t="t" r="r" b="b"/>
              <a:pathLst>
                <a:path w="2222500" h="676910">
                  <a:moveTo>
                    <a:pt x="19050" y="0"/>
                  </a:moveTo>
                  <a:lnTo>
                    <a:pt x="2203450" y="0"/>
                  </a:lnTo>
                  <a:cubicBezTo>
                    <a:pt x="2213991" y="0"/>
                    <a:pt x="2222500" y="8509"/>
                    <a:pt x="2222500" y="19050"/>
                  </a:cubicBezTo>
                  <a:lnTo>
                    <a:pt x="2222500" y="657860"/>
                  </a:lnTo>
                  <a:cubicBezTo>
                    <a:pt x="2222500" y="668401"/>
                    <a:pt x="2213991" y="676910"/>
                    <a:pt x="2203450" y="676910"/>
                  </a:cubicBezTo>
                  <a:lnTo>
                    <a:pt x="19050" y="676910"/>
                  </a:lnTo>
                  <a:cubicBezTo>
                    <a:pt x="8509" y="676910"/>
                    <a:pt x="0" y="668401"/>
                    <a:pt x="0" y="65786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57860"/>
                  </a:lnTo>
                  <a:lnTo>
                    <a:pt x="19050" y="657860"/>
                  </a:lnTo>
                  <a:lnTo>
                    <a:pt x="19050" y="638810"/>
                  </a:lnTo>
                  <a:lnTo>
                    <a:pt x="2203450" y="638810"/>
                  </a:lnTo>
                  <a:lnTo>
                    <a:pt x="2203450" y="657860"/>
                  </a:lnTo>
                  <a:lnTo>
                    <a:pt x="2184400" y="657860"/>
                  </a:lnTo>
                  <a:lnTo>
                    <a:pt x="2184400" y="19050"/>
                  </a:lnTo>
                  <a:lnTo>
                    <a:pt x="2203450" y="19050"/>
                  </a:lnTo>
                  <a:lnTo>
                    <a:pt x="2203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222492" cy="676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453199" y="5444868"/>
            <a:ext cx="166659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FORMACIÓN COMPLEMENTARIA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1452926" y="5975408"/>
            <a:ext cx="1666875" cy="863293"/>
            <a:chOff x="0" y="0"/>
            <a:chExt cx="2222500" cy="1294384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2184400" cy="1256284"/>
            </a:xfrm>
            <a:custGeom>
              <a:avLst/>
              <a:gdLst/>
              <a:ahLst/>
              <a:cxnLst/>
              <a:rect l="l" t="t" r="r" b="b"/>
              <a:pathLst>
                <a:path w="2184400" h="1256284">
                  <a:moveTo>
                    <a:pt x="0" y="0"/>
                  </a:moveTo>
                  <a:lnTo>
                    <a:pt x="2184400" y="0"/>
                  </a:lnTo>
                  <a:lnTo>
                    <a:pt x="218440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2222500" cy="1294384"/>
            </a:xfrm>
            <a:custGeom>
              <a:avLst/>
              <a:gdLst/>
              <a:ahLst/>
              <a:cxnLst/>
              <a:rect l="l" t="t" r="r" b="b"/>
              <a:pathLst>
                <a:path w="2222500" h="1294384">
                  <a:moveTo>
                    <a:pt x="19050" y="0"/>
                  </a:moveTo>
                  <a:lnTo>
                    <a:pt x="2203450" y="0"/>
                  </a:lnTo>
                  <a:cubicBezTo>
                    <a:pt x="2213991" y="0"/>
                    <a:pt x="2222500" y="8509"/>
                    <a:pt x="2222500" y="19050"/>
                  </a:cubicBezTo>
                  <a:lnTo>
                    <a:pt x="2222500" y="1275334"/>
                  </a:lnTo>
                  <a:cubicBezTo>
                    <a:pt x="2222500" y="1285875"/>
                    <a:pt x="2213991" y="1294384"/>
                    <a:pt x="2203450" y="1294384"/>
                  </a:cubicBezTo>
                  <a:lnTo>
                    <a:pt x="19050" y="1294384"/>
                  </a:lnTo>
                  <a:cubicBezTo>
                    <a:pt x="8509" y="1294384"/>
                    <a:pt x="0" y="1285875"/>
                    <a:pt x="0" y="12753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275334"/>
                  </a:lnTo>
                  <a:lnTo>
                    <a:pt x="19050" y="1275334"/>
                  </a:lnTo>
                  <a:lnTo>
                    <a:pt x="19050" y="1256284"/>
                  </a:lnTo>
                  <a:lnTo>
                    <a:pt x="2203450" y="1256284"/>
                  </a:lnTo>
                  <a:lnTo>
                    <a:pt x="2203450" y="1275334"/>
                  </a:lnTo>
                  <a:lnTo>
                    <a:pt x="2184400" y="1275334"/>
                  </a:lnTo>
                  <a:lnTo>
                    <a:pt x="2184400" y="19050"/>
                  </a:lnTo>
                  <a:lnTo>
                    <a:pt x="2203450" y="19050"/>
                  </a:lnTo>
                  <a:lnTo>
                    <a:pt x="2203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2222492" cy="129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53200" y="7060702"/>
            <a:ext cx="138533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IDIOMAS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11452926" y="7346943"/>
            <a:ext cx="1666869" cy="1383852"/>
            <a:chOff x="0" y="0"/>
            <a:chExt cx="2222492" cy="1845136"/>
          </a:xfrm>
        </p:grpSpPr>
        <p:sp>
          <p:nvSpPr>
            <p:cNvPr id="30" name="Freeform 30"/>
            <p:cNvSpPr/>
            <p:nvPr/>
          </p:nvSpPr>
          <p:spPr>
            <a:xfrm>
              <a:off x="19050" y="19050"/>
              <a:ext cx="2184400" cy="1807083"/>
            </a:xfrm>
            <a:custGeom>
              <a:avLst/>
              <a:gdLst/>
              <a:ahLst/>
              <a:cxnLst/>
              <a:rect l="l" t="t" r="r" b="b"/>
              <a:pathLst>
                <a:path w="2184400" h="1807083">
                  <a:moveTo>
                    <a:pt x="0" y="0"/>
                  </a:moveTo>
                  <a:lnTo>
                    <a:pt x="2184400" y="0"/>
                  </a:lnTo>
                  <a:lnTo>
                    <a:pt x="2184400" y="1807083"/>
                  </a:lnTo>
                  <a:lnTo>
                    <a:pt x="0" y="180708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2222500" cy="1845183"/>
            </a:xfrm>
            <a:custGeom>
              <a:avLst/>
              <a:gdLst/>
              <a:ahLst/>
              <a:cxnLst/>
              <a:rect l="l" t="t" r="r" b="b"/>
              <a:pathLst>
                <a:path w="2222500" h="1845183">
                  <a:moveTo>
                    <a:pt x="19050" y="0"/>
                  </a:moveTo>
                  <a:lnTo>
                    <a:pt x="2203450" y="0"/>
                  </a:lnTo>
                  <a:cubicBezTo>
                    <a:pt x="2213991" y="0"/>
                    <a:pt x="2222500" y="8509"/>
                    <a:pt x="2222500" y="19050"/>
                  </a:cubicBezTo>
                  <a:lnTo>
                    <a:pt x="2222500" y="1826133"/>
                  </a:lnTo>
                  <a:cubicBezTo>
                    <a:pt x="2222500" y="1836674"/>
                    <a:pt x="2213991" y="1845183"/>
                    <a:pt x="2203450" y="1845183"/>
                  </a:cubicBezTo>
                  <a:lnTo>
                    <a:pt x="19050" y="1845183"/>
                  </a:lnTo>
                  <a:cubicBezTo>
                    <a:pt x="8509" y="1845183"/>
                    <a:pt x="0" y="1836674"/>
                    <a:pt x="0" y="182613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26133"/>
                  </a:lnTo>
                  <a:lnTo>
                    <a:pt x="19050" y="1826133"/>
                  </a:lnTo>
                  <a:lnTo>
                    <a:pt x="19050" y="1807083"/>
                  </a:lnTo>
                  <a:lnTo>
                    <a:pt x="2203450" y="1807083"/>
                  </a:lnTo>
                  <a:lnTo>
                    <a:pt x="2203450" y="1826133"/>
                  </a:lnTo>
                  <a:lnTo>
                    <a:pt x="2184400" y="1826133"/>
                  </a:lnTo>
                  <a:lnTo>
                    <a:pt x="2184400" y="19050"/>
                  </a:lnTo>
                  <a:lnTo>
                    <a:pt x="2203450" y="19050"/>
                  </a:lnTo>
                  <a:lnTo>
                    <a:pt x="2203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222492" cy="1845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887574" y="2099764"/>
            <a:ext cx="249959" cy="7921589"/>
            <a:chOff x="0" y="0"/>
            <a:chExt cx="333278" cy="10562118"/>
          </a:xfrm>
        </p:grpSpPr>
        <p:sp>
          <p:nvSpPr>
            <p:cNvPr id="34" name="Freeform 34"/>
            <p:cNvSpPr/>
            <p:nvPr/>
          </p:nvSpPr>
          <p:spPr>
            <a:xfrm>
              <a:off x="-127" y="0"/>
              <a:ext cx="333375" cy="10562082"/>
            </a:xfrm>
            <a:custGeom>
              <a:avLst/>
              <a:gdLst/>
              <a:ahLst/>
              <a:cxnLst/>
              <a:rect l="l" t="t" r="r" b="b"/>
              <a:pathLst>
                <a:path w="333375" h="10562082">
                  <a:moveTo>
                    <a:pt x="304800" y="10562082"/>
                  </a:moveTo>
                  <a:cubicBezTo>
                    <a:pt x="174117" y="10562082"/>
                    <a:pt x="53848" y="10553319"/>
                    <a:pt x="21082" y="10536809"/>
                  </a:cubicBezTo>
                  <a:cubicBezTo>
                    <a:pt x="18542" y="10535538"/>
                    <a:pt x="0" y="10526775"/>
                    <a:pt x="0" y="10505821"/>
                  </a:cubicBezTo>
                  <a:lnTo>
                    <a:pt x="0" y="56134"/>
                  </a:lnTo>
                  <a:lnTo>
                    <a:pt x="28702" y="56134"/>
                  </a:lnTo>
                  <a:lnTo>
                    <a:pt x="127" y="56134"/>
                  </a:lnTo>
                  <a:lnTo>
                    <a:pt x="28702" y="56134"/>
                  </a:lnTo>
                  <a:lnTo>
                    <a:pt x="127" y="56134"/>
                  </a:lnTo>
                  <a:cubicBezTo>
                    <a:pt x="127" y="35306"/>
                    <a:pt x="18669" y="26543"/>
                    <a:pt x="21209" y="25273"/>
                  </a:cubicBezTo>
                  <a:cubicBezTo>
                    <a:pt x="53848" y="8763"/>
                    <a:pt x="174117" y="0"/>
                    <a:pt x="304800" y="0"/>
                  </a:cubicBezTo>
                  <a:cubicBezTo>
                    <a:pt x="320548" y="0"/>
                    <a:pt x="333375" y="12827"/>
                    <a:pt x="333375" y="28575"/>
                  </a:cubicBezTo>
                  <a:lnTo>
                    <a:pt x="333375" y="10533507"/>
                  </a:lnTo>
                  <a:cubicBezTo>
                    <a:pt x="333375" y="10541126"/>
                    <a:pt x="330327" y="10548365"/>
                    <a:pt x="324993" y="10553700"/>
                  </a:cubicBezTo>
                  <a:cubicBezTo>
                    <a:pt x="319659" y="10559034"/>
                    <a:pt x="312420" y="10562082"/>
                    <a:pt x="304800" y="10562082"/>
                  </a:cubicBezTo>
                  <a:moveTo>
                    <a:pt x="304800" y="10504932"/>
                  </a:moveTo>
                  <a:lnTo>
                    <a:pt x="304800" y="10533507"/>
                  </a:lnTo>
                  <a:lnTo>
                    <a:pt x="276225" y="10533507"/>
                  </a:lnTo>
                  <a:lnTo>
                    <a:pt x="276225" y="28575"/>
                  </a:lnTo>
                  <a:lnTo>
                    <a:pt x="304800" y="28575"/>
                  </a:lnTo>
                  <a:lnTo>
                    <a:pt x="304800" y="57150"/>
                  </a:lnTo>
                  <a:cubicBezTo>
                    <a:pt x="167513" y="57150"/>
                    <a:pt x="64389" y="67437"/>
                    <a:pt x="46863" y="76327"/>
                  </a:cubicBezTo>
                  <a:cubicBezTo>
                    <a:pt x="42418" y="78613"/>
                    <a:pt x="57277" y="73406"/>
                    <a:pt x="57277" y="56261"/>
                  </a:cubicBezTo>
                  <a:lnTo>
                    <a:pt x="57277" y="10505948"/>
                  </a:lnTo>
                  <a:lnTo>
                    <a:pt x="28702" y="10505948"/>
                  </a:lnTo>
                  <a:lnTo>
                    <a:pt x="57277" y="10505948"/>
                  </a:lnTo>
                  <a:cubicBezTo>
                    <a:pt x="57277" y="10488803"/>
                    <a:pt x="42418" y="10483596"/>
                    <a:pt x="46863" y="10485882"/>
                  </a:cubicBezTo>
                  <a:cubicBezTo>
                    <a:pt x="64516" y="10494772"/>
                    <a:pt x="167640" y="10505059"/>
                    <a:pt x="304800" y="10505059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-127" y="0"/>
              <a:ext cx="304800" cy="10562082"/>
            </a:xfrm>
            <a:custGeom>
              <a:avLst/>
              <a:gdLst/>
              <a:ahLst/>
              <a:cxnLst/>
              <a:rect l="l" t="t" r="r" b="b"/>
              <a:pathLst>
                <a:path w="304800" h="10562082">
                  <a:moveTo>
                    <a:pt x="304800" y="10562082"/>
                  </a:moveTo>
                  <a:cubicBezTo>
                    <a:pt x="174117" y="10562082"/>
                    <a:pt x="53848" y="10553319"/>
                    <a:pt x="21082" y="10536809"/>
                  </a:cubicBezTo>
                  <a:cubicBezTo>
                    <a:pt x="18542" y="10535538"/>
                    <a:pt x="0" y="10526775"/>
                    <a:pt x="0" y="10505821"/>
                  </a:cubicBezTo>
                  <a:lnTo>
                    <a:pt x="0" y="56134"/>
                  </a:lnTo>
                  <a:lnTo>
                    <a:pt x="28702" y="56134"/>
                  </a:lnTo>
                  <a:lnTo>
                    <a:pt x="127" y="56134"/>
                  </a:lnTo>
                  <a:lnTo>
                    <a:pt x="28702" y="56134"/>
                  </a:lnTo>
                  <a:lnTo>
                    <a:pt x="127" y="56134"/>
                  </a:lnTo>
                  <a:cubicBezTo>
                    <a:pt x="127" y="35306"/>
                    <a:pt x="18669" y="26543"/>
                    <a:pt x="21209" y="25273"/>
                  </a:cubicBezTo>
                  <a:cubicBezTo>
                    <a:pt x="53848" y="8763"/>
                    <a:pt x="174117" y="0"/>
                    <a:pt x="304800" y="0"/>
                  </a:cubicBezTo>
                  <a:lnTo>
                    <a:pt x="304800" y="57150"/>
                  </a:lnTo>
                  <a:cubicBezTo>
                    <a:pt x="167513" y="57150"/>
                    <a:pt x="64389" y="67437"/>
                    <a:pt x="46863" y="76327"/>
                  </a:cubicBezTo>
                  <a:cubicBezTo>
                    <a:pt x="42418" y="78613"/>
                    <a:pt x="57277" y="73406"/>
                    <a:pt x="57277" y="56261"/>
                  </a:cubicBezTo>
                  <a:lnTo>
                    <a:pt x="57277" y="10505948"/>
                  </a:lnTo>
                  <a:lnTo>
                    <a:pt x="28702" y="10505948"/>
                  </a:lnTo>
                  <a:lnTo>
                    <a:pt x="57277" y="10505948"/>
                  </a:lnTo>
                  <a:cubicBezTo>
                    <a:pt x="57277" y="10488803"/>
                    <a:pt x="42418" y="10483596"/>
                    <a:pt x="46863" y="10485882"/>
                  </a:cubicBezTo>
                  <a:cubicBezTo>
                    <a:pt x="64516" y="10494772"/>
                    <a:pt x="167640" y="10505059"/>
                    <a:pt x="304800" y="10505059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403499" y="5185979"/>
            <a:ext cx="8811852" cy="1230024"/>
            <a:chOff x="0" y="0"/>
            <a:chExt cx="11749136" cy="16400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749025" cy="1640078"/>
            </a:xfrm>
            <a:custGeom>
              <a:avLst/>
              <a:gdLst/>
              <a:ahLst/>
              <a:cxnLst/>
              <a:rect l="l" t="t" r="r" b="b"/>
              <a:pathLst>
                <a:path w="11749025" h="1640078">
                  <a:moveTo>
                    <a:pt x="0" y="159893"/>
                  </a:moveTo>
                  <a:cubicBezTo>
                    <a:pt x="0" y="71628"/>
                    <a:pt x="71628" y="0"/>
                    <a:pt x="159893" y="0"/>
                  </a:cubicBezTo>
                  <a:lnTo>
                    <a:pt x="11589131" y="0"/>
                  </a:lnTo>
                  <a:cubicBezTo>
                    <a:pt x="11677524" y="0"/>
                    <a:pt x="11749025" y="71628"/>
                    <a:pt x="11749025" y="159893"/>
                  </a:cubicBezTo>
                  <a:lnTo>
                    <a:pt x="11749025" y="1480058"/>
                  </a:lnTo>
                  <a:cubicBezTo>
                    <a:pt x="11749025" y="1568450"/>
                    <a:pt x="11677397" y="1639951"/>
                    <a:pt x="11589131" y="1639951"/>
                  </a:cubicBezTo>
                  <a:lnTo>
                    <a:pt x="159893" y="1639951"/>
                  </a:lnTo>
                  <a:cubicBezTo>
                    <a:pt x="71628" y="1640078"/>
                    <a:pt x="0" y="1568450"/>
                    <a:pt x="0" y="14800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828902" y="5337238"/>
            <a:ext cx="809552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Destacar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formación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complementaría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destacar</a:t>
            </a:r>
            <a:endParaRPr lang="en-US" sz="27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35028" y="4898284"/>
            <a:ext cx="404301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92994" y="4889635"/>
            <a:ext cx="667731" cy="667731"/>
            <a:chOff x="0" y="0"/>
            <a:chExt cx="890308" cy="8903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403500" y="7135045"/>
            <a:ext cx="8803268" cy="1266732"/>
            <a:chOff x="0" y="0"/>
            <a:chExt cx="11749151" cy="104673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749151" cy="1046734"/>
            </a:xfrm>
            <a:custGeom>
              <a:avLst/>
              <a:gdLst/>
              <a:ahLst/>
              <a:cxnLst/>
              <a:rect l="l" t="t" r="r" b="b"/>
              <a:pathLst>
                <a:path w="11749151" h="1046734">
                  <a:moveTo>
                    <a:pt x="0" y="102108"/>
                  </a:moveTo>
                  <a:cubicBezTo>
                    <a:pt x="0" y="45720"/>
                    <a:pt x="45720" y="0"/>
                    <a:pt x="102108" y="0"/>
                  </a:cubicBezTo>
                  <a:lnTo>
                    <a:pt x="11647043" y="0"/>
                  </a:lnTo>
                  <a:cubicBezTo>
                    <a:pt x="11703431" y="0"/>
                    <a:pt x="11749151" y="45720"/>
                    <a:pt x="11749151" y="102108"/>
                  </a:cubicBezTo>
                  <a:lnTo>
                    <a:pt x="11749151" y="944626"/>
                  </a:lnTo>
                  <a:cubicBezTo>
                    <a:pt x="11749151" y="1001014"/>
                    <a:pt x="11703431" y="1046734"/>
                    <a:pt x="11647043" y="1046734"/>
                  </a:cubicBezTo>
                  <a:lnTo>
                    <a:pt x="102108" y="1046734"/>
                  </a:lnTo>
                  <a:cubicBezTo>
                    <a:pt x="45720" y="1046734"/>
                    <a:pt x="0" y="1001014"/>
                    <a:pt x="0" y="9446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828902" y="7286306"/>
            <a:ext cx="809552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Idiomas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carné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conducir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endParaRPr lang="en-US" sz="2700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¨´</a:t>
            </a:r>
            <a:r>
              <a:rPr lang="en-US" sz="2000" b="1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PONER ESPAÑOL NATIVO´´ </a:t>
            </a:r>
            <a:endParaRPr lang="en-US" sz="2700" b="1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35028" y="6831402"/>
            <a:ext cx="418728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92994" y="6838702"/>
            <a:ext cx="667731" cy="667731"/>
            <a:chOff x="0" y="0"/>
            <a:chExt cx="890308" cy="8903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394904" y="8716508"/>
            <a:ext cx="8811852" cy="785082"/>
            <a:chOff x="0" y="0"/>
            <a:chExt cx="11749136" cy="104677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49151" cy="1046734"/>
            </a:xfrm>
            <a:custGeom>
              <a:avLst/>
              <a:gdLst/>
              <a:ahLst/>
              <a:cxnLst/>
              <a:rect l="l" t="t" r="r" b="b"/>
              <a:pathLst>
                <a:path w="11749151" h="1046734">
                  <a:moveTo>
                    <a:pt x="0" y="102108"/>
                  </a:moveTo>
                  <a:cubicBezTo>
                    <a:pt x="0" y="45720"/>
                    <a:pt x="45720" y="0"/>
                    <a:pt x="102108" y="0"/>
                  </a:cubicBezTo>
                  <a:lnTo>
                    <a:pt x="11647043" y="0"/>
                  </a:lnTo>
                  <a:cubicBezTo>
                    <a:pt x="11703431" y="0"/>
                    <a:pt x="11749151" y="45720"/>
                    <a:pt x="11749151" y="102108"/>
                  </a:cubicBezTo>
                  <a:lnTo>
                    <a:pt x="11749151" y="944626"/>
                  </a:lnTo>
                  <a:cubicBezTo>
                    <a:pt x="11749151" y="1001014"/>
                    <a:pt x="11703431" y="1046734"/>
                    <a:pt x="11647043" y="1046734"/>
                  </a:cubicBezTo>
                  <a:lnTo>
                    <a:pt x="102108" y="1046734"/>
                  </a:lnTo>
                  <a:cubicBezTo>
                    <a:pt x="45720" y="1046734"/>
                    <a:pt x="0" y="1001014"/>
                    <a:pt x="0" y="9446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1820307" y="8867767"/>
            <a:ext cx="8095528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Ajustar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el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formato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preparar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estructura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94534" y="8428814"/>
            <a:ext cx="445176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084399" y="8420164"/>
            <a:ext cx="667731" cy="667731"/>
            <a:chOff x="0" y="0"/>
            <a:chExt cx="890308" cy="89030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sp>
        <p:nvSpPr>
          <p:cNvPr id="54" name="AutoShape 54"/>
          <p:cNvSpPr/>
          <p:nvPr/>
        </p:nvSpPr>
        <p:spPr>
          <a:xfrm rot="10602461">
            <a:off x="10184709" y="9056938"/>
            <a:ext cx="746343" cy="0"/>
          </a:xfrm>
          <a:prstGeom prst="line">
            <a:avLst/>
          </a:prstGeom>
          <a:ln w="19050" cap="rnd">
            <a:solidFill>
              <a:srgbClr val="5B9BD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F1FD">
                <a:alpha val="51765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499" y="2825086"/>
            <a:ext cx="8811852" cy="1241816"/>
            <a:chOff x="0" y="0"/>
            <a:chExt cx="11749136" cy="16557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49278" cy="1655826"/>
            </a:xfrm>
            <a:custGeom>
              <a:avLst/>
              <a:gdLst/>
              <a:ahLst/>
              <a:cxnLst/>
              <a:rect l="l" t="t" r="r" b="b"/>
              <a:pathLst>
                <a:path w="11749278" h="1655826">
                  <a:moveTo>
                    <a:pt x="0" y="161544"/>
                  </a:moveTo>
                  <a:cubicBezTo>
                    <a:pt x="0" y="72263"/>
                    <a:pt x="72263" y="0"/>
                    <a:pt x="161544" y="0"/>
                  </a:cubicBezTo>
                  <a:lnTo>
                    <a:pt x="11587734" y="0"/>
                  </a:lnTo>
                  <a:cubicBezTo>
                    <a:pt x="11676888" y="0"/>
                    <a:pt x="11749278" y="72263"/>
                    <a:pt x="11749278" y="161544"/>
                  </a:cubicBezTo>
                  <a:lnTo>
                    <a:pt x="11749278" y="1494282"/>
                  </a:lnTo>
                  <a:cubicBezTo>
                    <a:pt x="11749278" y="1583436"/>
                    <a:pt x="11677015" y="1655826"/>
                    <a:pt x="11587734" y="1655826"/>
                  </a:cubicBezTo>
                  <a:lnTo>
                    <a:pt x="161544" y="1655826"/>
                  </a:lnTo>
                  <a:cubicBezTo>
                    <a:pt x="72263" y="1655699"/>
                    <a:pt x="0" y="1583436"/>
                    <a:pt x="0" y="14942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7173575" y="353750"/>
            <a:ext cx="784608" cy="864037"/>
          </a:xfrm>
          <a:custGeom>
            <a:avLst/>
            <a:gdLst/>
            <a:ahLst/>
            <a:cxnLst/>
            <a:rect l="l" t="t" r="r" b="b"/>
            <a:pathLst>
              <a:path w="784608" h="864037">
                <a:moveTo>
                  <a:pt x="0" y="0"/>
                </a:moveTo>
                <a:lnTo>
                  <a:pt x="784608" y="0"/>
                </a:lnTo>
                <a:lnTo>
                  <a:pt x="784608" y="864037"/>
                </a:lnTo>
                <a:lnTo>
                  <a:pt x="0" y="8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3" r="-27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28902" y="2976348"/>
            <a:ext cx="8095528" cy="87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Comenzar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 el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encabezado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Introducirte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 un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extracto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27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personal.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078" y="2537394"/>
            <a:ext cx="428346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92994" y="2528744"/>
            <a:ext cx="667731" cy="667731"/>
            <a:chOff x="0" y="0"/>
            <a:chExt cx="890308" cy="8903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348740" y="669607"/>
            <a:ext cx="15590520" cy="182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TIPS – Cómo hacer un CV profesional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25200" y="2400300"/>
            <a:ext cx="5739879" cy="7471438"/>
            <a:chOff x="0" y="0"/>
            <a:chExt cx="7653172" cy="9961918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7640447" cy="9949180"/>
            </a:xfrm>
            <a:custGeom>
              <a:avLst/>
              <a:gdLst/>
              <a:ahLst/>
              <a:cxnLst/>
              <a:rect l="l" t="t" r="r" b="b"/>
              <a:pathLst>
                <a:path w="7640447" h="9949180">
                  <a:moveTo>
                    <a:pt x="0" y="0"/>
                  </a:moveTo>
                  <a:lnTo>
                    <a:pt x="7640447" y="0"/>
                  </a:lnTo>
                  <a:lnTo>
                    <a:pt x="7640447" y="9949180"/>
                  </a:lnTo>
                  <a:lnTo>
                    <a:pt x="0" y="99491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452926" y="2681066"/>
            <a:ext cx="1368278" cy="1368278"/>
            <a:chOff x="0" y="0"/>
            <a:chExt cx="1824370" cy="1824370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1786382" cy="1786382"/>
            </a:xfrm>
            <a:custGeom>
              <a:avLst/>
              <a:gdLst/>
              <a:ahLst/>
              <a:cxnLst/>
              <a:rect l="l" t="t" r="r" b="b"/>
              <a:pathLst>
                <a:path w="1786382" h="1786382">
                  <a:moveTo>
                    <a:pt x="0" y="893191"/>
                  </a:moveTo>
                  <a:cubicBezTo>
                    <a:pt x="0" y="399923"/>
                    <a:pt x="399923" y="0"/>
                    <a:pt x="893191" y="0"/>
                  </a:cubicBezTo>
                  <a:cubicBezTo>
                    <a:pt x="1386459" y="0"/>
                    <a:pt x="1786382" y="399923"/>
                    <a:pt x="1786382" y="893191"/>
                  </a:cubicBezTo>
                  <a:cubicBezTo>
                    <a:pt x="1786382" y="1386459"/>
                    <a:pt x="1386459" y="1786382"/>
                    <a:pt x="893191" y="1786382"/>
                  </a:cubicBezTo>
                  <a:cubicBezTo>
                    <a:pt x="399923" y="1786382"/>
                    <a:pt x="0" y="1386459"/>
                    <a:pt x="0" y="893191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824482" cy="1824482"/>
            </a:xfrm>
            <a:custGeom>
              <a:avLst/>
              <a:gdLst/>
              <a:ahLst/>
              <a:cxnLst/>
              <a:rect l="l" t="t" r="r" b="b"/>
              <a:pathLst>
                <a:path w="1824482" h="1824482">
                  <a:moveTo>
                    <a:pt x="0" y="912241"/>
                  </a:moveTo>
                  <a:cubicBezTo>
                    <a:pt x="0" y="408432"/>
                    <a:pt x="408432" y="0"/>
                    <a:pt x="912241" y="0"/>
                  </a:cubicBezTo>
                  <a:lnTo>
                    <a:pt x="912241" y="19050"/>
                  </a:lnTo>
                  <a:lnTo>
                    <a:pt x="912241" y="0"/>
                  </a:lnTo>
                  <a:cubicBezTo>
                    <a:pt x="1416050" y="0"/>
                    <a:pt x="1824482" y="408432"/>
                    <a:pt x="1824482" y="912241"/>
                  </a:cubicBezTo>
                  <a:lnTo>
                    <a:pt x="1805432" y="912241"/>
                  </a:lnTo>
                  <a:lnTo>
                    <a:pt x="1824482" y="912241"/>
                  </a:lnTo>
                  <a:cubicBezTo>
                    <a:pt x="1824482" y="1416050"/>
                    <a:pt x="1416050" y="1824482"/>
                    <a:pt x="912241" y="1824482"/>
                  </a:cubicBezTo>
                  <a:lnTo>
                    <a:pt x="912241" y="1805432"/>
                  </a:lnTo>
                  <a:lnTo>
                    <a:pt x="912241" y="1824482"/>
                  </a:lnTo>
                  <a:cubicBezTo>
                    <a:pt x="408432" y="1824355"/>
                    <a:pt x="0" y="1415923"/>
                    <a:pt x="0" y="912241"/>
                  </a:cubicBezTo>
                  <a:lnTo>
                    <a:pt x="19050" y="912241"/>
                  </a:lnTo>
                  <a:lnTo>
                    <a:pt x="35179" y="922401"/>
                  </a:lnTo>
                  <a:cubicBezTo>
                    <a:pt x="30607" y="929513"/>
                    <a:pt x="21971" y="932815"/>
                    <a:pt x="13716" y="930529"/>
                  </a:cubicBezTo>
                  <a:cubicBezTo>
                    <a:pt x="5461" y="928243"/>
                    <a:pt x="0" y="920623"/>
                    <a:pt x="0" y="912241"/>
                  </a:cubicBezTo>
                  <a:moveTo>
                    <a:pt x="38100" y="912241"/>
                  </a:moveTo>
                  <a:lnTo>
                    <a:pt x="19050" y="912241"/>
                  </a:lnTo>
                  <a:lnTo>
                    <a:pt x="2921" y="902081"/>
                  </a:lnTo>
                  <a:cubicBezTo>
                    <a:pt x="7493" y="894969"/>
                    <a:pt x="16129" y="891667"/>
                    <a:pt x="24384" y="893953"/>
                  </a:cubicBezTo>
                  <a:cubicBezTo>
                    <a:pt x="32639" y="896239"/>
                    <a:pt x="38100" y="903732"/>
                    <a:pt x="38100" y="912241"/>
                  </a:cubicBezTo>
                  <a:cubicBezTo>
                    <a:pt x="38100" y="1394968"/>
                    <a:pt x="429387" y="1786382"/>
                    <a:pt x="912241" y="1786382"/>
                  </a:cubicBezTo>
                  <a:cubicBezTo>
                    <a:pt x="1395095" y="1786382"/>
                    <a:pt x="1786382" y="1395095"/>
                    <a:pt x="1786382" y="912241"/>
                  </a:cubicBezTo>
                  <a:cubicBezTo>
                    <a:pt x="1786382" y="429387"/>
                    <a:pt x="1394968" y="38100"/>
                    <a:pt x="912241" y="38100"/>
                  </a:cubicBezTo>
                  <a:lnTo>
                    <a:pt x="912241" y="19050"/>
                  </a:lnTo>
                  <a:lnTo>
                    <a:pt x="912241" y="38100"/>
                  </a:lnTo>
                  <a:cubicBezTo>
                    <a:pt x="429387" y="38100"/>
                    <a:pt x="38100" y="429387"/>
                    <a:pt x="38100" y="9122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1630743" y="3159150"/>
            <a:ext cx="1036685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53200" y="4292092"/>
            <a:ext cx="1560867" cy="25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Datos personales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452926" y="4578333"/>
            <a:ext cx="1666869" cy="507684"/>
            <a:chOff x="0" y="0"/>
            <a:chExt cx="2222492" cy="67691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2184400" cy="638810"/>
            </a:xfrm>
            <a:custGeom>
              <a:avLst/>
              <a:gdLst/>
              <a:ahLst/>
              <a:cxnLst/>
              <a:rect l="l" t="t" r="r" b="b"/>
              <a:pathLst>
                <a:path w="2184400" h="638810">
                  <a:moveTo>
                    <a:pt x="0" y="0"/>
                  </a:moveTo>
                  <a:lnTo>
                    <a:pt x="2184400" y="0"/>
                  </a:lnTo>
                  <a:lnTo>
                    <a:pt x="2184400" y="638810"/>
                  </a:lnTo>
                  <a:lnTo>
                    <a:pt x="0" y="638810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222500" cy="676910"/>
            </a:xfrm>
            <a:custGeom>
              <a:avLst/>
              <a:gdLst/>
              <a:ahLst/>
              <a:cxnLst/>
              <a:rect l="l" t="t" r="r" b="b"/>
              <a:pathLst>
                <a:path w="2222500" h="676910">
                  <a:moveTo>
                    <a:pt x="19050" y="0"/>
                  </a:moveTo>
                  <a:lnTo>
                    <a:pt x="2203450" y="0"/>
                  </a:lnTo>
                  <a:cubicBezTo>
                    <a:pt x="2213991" y="0"/>
                    <a:pt x="2222500" y="8509"/>
                    <a:pt x="2222500" y="19050"/>
                  </a:cubicBezTo>
                  <a:lnTo>
                    <a:pt x="2222500" y="657860"/>
                  </a:lnTo>
                  <a:cubicBezTo>
                    <a:pt x="2222500" y="668401"/>
                    <a:pt x="2213991" y="676910"/>
                    <a:pt x="2203450" y="676910"/>
                  </a:cubicBezTo>
                  <a:lnTo>
                    <a:pt x="19050" y="676910"/>
                  </a:lnTo>
                  <a:cubicBezTo>
                    <a:pt x="8509" y="676910"/>
                    <a:pt x="0" y="668401"/>
                    <a:pt x="0" y="65786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57860"/>
                  </a:lnTo>
                  <a:lnTo>
                    <a:pt x="19050" y="657860"/>
                  </a:lnTo>
                  <a:lnTo>
                    <a:pt x="19050" y="638810"/>
                  </a:lnTo>
                  <a:lnTo>
                    <a:pt x="2203450" y="638810"/>
                  </a:lnTo>
                  <a:lnTo>
                    <a:pt x="2203450" y="657860"/>
                  </a:lnTo>
                  <a:lnTo>
                    <a:pt x="2184400" y="657860"/>
                  </a:lnTo>
                  <a:lnTo>
                    <a:pt x="2184400" y="19050"/>
                  </a:lnTo>
                  <a:lnTo>
                    <a:pt x="2203450" y="19050"/>
                  </a:lnTo>
                  <a:lnTo>
                    <a:pt x="2203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1453200" y="5444868"/>
            <a:ext cx="165231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Formación</a:t>
            </a: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complementaria</a:t>
            </a: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1452926" y="5975409"/>
            <a:ext cx="1666869" cy="726442"/>
            <a:chOff x="0" y="0"/>
            <a:chExt cx="2222492" cy="1294324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2184400" cy="1256284"/>
            </a:xfrm>
            <a:custGeom>
              <a:avLst/>
              <a:gdLst/>
              <a:ahLst/>
              <a:cxnLst/>
              <a:rect l="l" t="t" r="r" b="b"/>
              <a:pathLst>
                <a:path w="2184400" h="1256284">
                  <a:moveTo>
                    <a:pt x="0" y="0"/>
                  </a:moveTo>
                  <a:lnTo>
                    <a:pt x="2184400" y="0"/>
                  </a:lnTo>
                  <a:lnTo>
                    <a:pt x="218440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222500" cy="1294384"/>
            </a:xfrm>
            <a:custGeom>
              <a:avLst/>
              <a:gdLst/>
              <a:ahLst/>
              <a:cxnLst/>
              <a:rect l="l" t="t" r="r" b="b"/>
              <a:pathLst>
                <a:path w="2222500" h="1294384">
                  <a:moveTo>
                    <a:pt x="19050" y="0"/>
                  </a:moveTo>
                  <a:lnTo>
                    <a:pt x="2203450" y="0"/>
                  </a:lnTo>
                  <a:cubicBezTo>
                    <a:pt x="2213991" y="0"/>
                    <a:pt x="2222500" y="8509"/>
                    <a:pt x="2222500" y="19050"/>
                  </a:cubicBezTo>
                  <a:lnTo>
                    <a:pt x="2222500" y="1275334"/>
                  </a:lnTo>
                  <a:cubicBezTo>
                    <a:pt x="2222500" y="1285875"/>
                    <a:pt x="2213991" y="1294384"/>
                    <a:pt x="2203450" y="1294384"/>
                  </a:cubicBezTo>
                  <a:lnTo>
                    <a:pt x="19050" y="1294384"/>
                  </a:lnTo>
                  <a:cubicBezTo>
                    <a:pt x="8509" y="1294384"/>
                    <a:pt x="0" y="1285875"/>
                    <a:pt x="0" y="12753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275334"/>
                  </a:lnTo>
                  <a:lnTo>
                    <a:pt x="19050" y="1275334"/>
                  </a:lnTo>
                  <a:lnTo>
                    <a:pt x="19050" y="1256284"/>
                  </a:lnTo>
                  <a:lnTo>
                    <a:pt x="2203450" y="1256284"/>
                  </a:lnTo>
                  <a:lnTo>
                    <a:pt x="2203450" y="1275334"/>
                  </a:lnTo>
                  <a:lnTo>
                    <a:pt x="2184400" y="1275334"/>
                  </a:lnTo>
                  <a:lnTo>
                    <a:pt x="2184400" y="19050"/>
                  </a:lnTo>
                  <a:lnTo>
                    <a:pt x="2203450" y="19050"/>
                  </a:lnTo>
                  <a:lnTo>
                    <a:pt x="2203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453200" y="7060702"/>
            <a:ext cx="138533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Idiomas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1452926" y="7346943"/>
            <a:ext cx="1666869" cy="1383852"/>
            <a:chOff x="0" y="0"/>
            <a:chExt cx="2222492" cy="1845136"/>
          </a:xfrm>
        </p:grpSpPr>
        <p:sp>
          <p:nvSpPr>
            <p:cNvPr id="28" name="Freeform 28"/>
            <p:cNvSpPr/>
            <p:nvPr/>
          </p:nvSpPr>
          <p:spPr>
            <a:xfrm>
              <a:off x="19050" y="19050"/>
              <a:ext cx="2184400" cy="1807083"/>
            </a:xfrm>
            <a:custGeom>
              <a:avLst/>
              <a:gdLst/>
              <a:ahLst/>
              <a:cxnLst/>
              <a:rect l="l" t="t" r="r" b="b"/>
              <a:pathLst>
                <a:path w="2184400" h="1807083">
                  <a:moveTo>
                    <a:pt x="0" y="0"/>
                  </a:moveTo>
                  <a:lnTo>
                    <a:pt x="2184400" y="0"/>
                  </a:lnTo>
                  <a:lnTo>
                    <a:pt x="2184400" y="1807083"/>
                  </a:lnTo>
                  <a:lnTo>
                    <a:pt x="0" y="180708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2222500" cy="1845183"/>
            </a:xfrm>
            <a:custGeom>
              <a:avLst/>
              <a:gdLst/>
              <a:ahLst/>
              <a:cxnLst/>
              <a:rect l="l" t="t" r="r" b="b"/>
              <a:pathLst>
                <a:path w="2222500" h="1845183">
                  <a:moveTo>
                    <a:pt x="19050" y="0"/>
                  </a:moveTo>
                  <a:lnTo>
                    <a:pt x="2203450" y="0"/>
                  </a:lnTo>
                  <a:cubicBezTo>
                    <a:pt x="2213991" y="0"/>
                    <a:pt x="2222500" y="8509"/>
                    <a:pt x="2222500" y="19050"/>
                  </a:cubicBezTo>
                  <a:lnTo>
                    <a:pt x="2222500" y="1826133"/>
                  </a:lnTo>
                  <a:cubicBezTo>
                    <a:pt x="2222500" y="1836674"/>
                    <a:pt x="2213991" y="1845183"/>
                    <a:pt x="2203450" y="1845183"/>
                  </a:cubicBezTo>
                  <a:lnTo>
                    <a:pt x="19050" y="1845183"/>
                  </a:lnTo>
                  <a:cubicBezTo>
                    <a:pt x="8509" y="1845183"/>
                    <a:pt x="0" y="1836674"/>
                    <a:pt x="0" y="182613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26133"/>
                  </a:lnTo>
                  <a:lnTo>
                    <a:pt x="19050" y="1826133"/>
                  </a:lnTo>
                  <a:lnTo>
                    <a:pt x="19050" y="1807083"/>
                  </a:lnTo>
                  <a:lnTo>
                    <a:pt x="2203450" y="1807083"/>
                  </a:lnTo>
                  <a:lnTo>
                    <a:pt x="2203450" y="1826133"/>
                  </a:lnTo>
                  <a:lnTo>
                    <a:pt x="2184400" y="1826133"/>
                  </a:lnTo>
                  <a:lnTo>
                    <a:pt x="2184400" y="19050"/>
                  </a:lnTo>
                  <a:lnTo>
                    <a:pt x="2203450" y="19050"/>
                  </a:lnTo>
                  <a:lnTo>
                    <a:pt x="2203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403499" y="4802577"/>
            <a:ext cx="8811852" cy="1230024"/>
            <a:chOff x="0" y="0"/>
            <a:chExt cx="11749136" cy="164003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749025" cy="1640078"/>
            </a:xfrm>
            <a:custGeom>
              <a:avLst/>
              <a:gdLst/>
              <a:ahLst/>
              <a:cxnLst/>
              <a:rect l="l" t="t" r="r" b="b"/>
              <a:pathLst>
                <a:path w="11749025" h="1640078">
                  <a:moveTo>
                    <a:pt x="0" y="159893"/>
                  </a:moveTo>
                  <a:cubicBezTo>
                    <a:pt x="0" y="71628"/>
                    <a:pt x="71628" y="0"/>
                    <a:pt x="159893" y="0"/>
                  </a:cubicBezTo>
                  <a:lnTo>
                    <a:pt x="11589131" y="0"/>
                  </a:lnTo>
                  <a:cubicBezTo>
                    <a:pt x="11677524" y="0"/>
                    <a:pt x="11749025" y="71628"/>
                    <a:pt x="11749025" y="159893"/>
                  </a:cubicBezTo>
                  <a:lnTo>
                    <a:pt x="11749025" y="1480058"/>
                  </a:lnTo>
                  <a:cubicBezTo>
                    <a:pt x="11749025" y="1568450"/>
                    <a:pt x="11677397" y="1639951"/>
                    <a:pt x="11589131" y="1639951"/>
                  </a:cubicBezTo>
                  <a:lnTo>
                    <a:pt x="159893" y="1639951"/>
                  </a:lnTo>
                  <a:cubicBezTo>
                    <a:pt x="71628" y="1640078"/>
                    <a:pt x="0" y="1568450"/>
                    <a:pt x="0" y="14800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828902" y="4953837"/>
            <a:ext cx="8086934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Incluir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tu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formacióna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académica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herramientas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base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datos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TODO!</a:t>
            </a:r>
            <a:endParaRPr lang="en-US" sz="27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19078" y="4514883"/>
            <a:ext cx="435558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92994" y="4506233"/>
            <a:ext cx="667731" cy="667731"/>
            <a:chOff x="0" y="0"/>
            <a:chExt cx="890308" cy="89030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94904" y="6812470"/>
            <a:ext cx="8811852" cy="1152810"/>
            <a:chOff x="0" y="0"/>
            <a:chExt cx="11749136" cy="15370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749024" cy="1536954"/>
            </a:xfrm>
            <a:custGeom>
              <a:avLst/>
              <a:gdLst/>
              <a:ahLst/>
              <a:cxnLst/>
              <a:rect l="l" t="t" r="r" b="b"/>
              <a:pathLst>
                <a:path w="11749024" h="1536954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1599164" y="0"/>
                  </a:lnTo>
                  <a:cubicBezTo>
                    <a:pt x="11681968" y="0"/>
                    <a:pt x="11749024" y="67056"/>
                    <a:pt x="11749024" y="149860"/>
                  </a:cubicBezTo>
                  <a:lnTo>
                    <a:pt x="11749024" y="1387094"/>
                  </a:lnTo>
                  <a:cubicBezTo>
                    <a:pt x="11749024" y="1469898"/>
                    <a:pt x="11681968" y="1536954"/>
                    <a:pt x="11599164" y="1536954"/>
                  </a:cubicBezTo>
                  <a:lnTo>
                    <a:pt x="149860" y="1536954"/>
                  </a:lnTo>
                  <a:cubicBezTo>
                    <a:pt x="67056" y="1536954"/>
                    <a:pt x="0" y="1469898"/>
                    <a:pt x="0" y="13870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828902" y="6892212"/>
            <a:ext cx="809552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Formación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realizada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sz="27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50978" y="6469208"/>
            <a:ext cx="382659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92994" y="6444608"/>
            <a:ext cx="667731" cy="667731"/>
            <a:chOff x="0" y="0"/>
            <a:chExt cx="890308" cy="8903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394904" y="8716508"/>
            <a:ext cx="8811852" cy="785082"/>
            <a:chOff x="0" y="0"/>
            <a:chExt cx="11749136" cy="10467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749151" cy="1046734"/>
            </a:xfrm>
            <a:custGeom>
              <a:avLst/>
              <a:gdLst/>
              <a:ahLst/>
              <a:cxnLst/>
              <a:rect l="l" t="t" r="r" b="b"/>
              <a:pathLst>
                <a:path w="11749151" h="1046734">
                  <a:moveTo>
                    <a:pt x="0" y="102108"/>
                  </a:moveTo>
                  <a:cubicBezTo>
                    <a:pt x="0" y="45720"/>
                    <a:pt x="45720" y="0"/>
                    <a:pt x="102108" y="0"/>
                  </a:cubicBezTo>
                  <a:lnTo>
                    <a:pt x="11647043" y="0"/>
                  </a:lnTo>
                  <a:cubicBezTo>
                    <a:pt x="11703431" y="0"/>
                    <a:pt x="11749151" y="45720"/>
                    <a:pt x="11749151" y="102108"/>
                  </a:cubicBezTo>
                  <a:lnTo>
                    <a:pt x="11749151" y="944626"/>
                  </a:lnTo>
                  <a:cubicBezTo>
                    <a:pt x="11749151" y="1001014"/>
                    <a:pt x="11703431" y="1046734"/>
                    <a:pt x="11647043" y="1046734"/>
                  </a:cubicBezTo>
                  <a:lnTo>
                    <a:pt x="102108" y="1046734"/>
                  </a:lnTo>
                  <a:cubicBezTo>
                    <a:pt x="45720" y="1046734"/>
                    <a:pt x="0" y="1001014"/>
                    <a:pt x="0" y="9446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820307" y="8867767"/>
            <a:ext cx="809552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Experiencia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professional,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esté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relacionada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 no con el sector.</a:t>
            </a:r>
            <a:endParaRPr lang="en-US" sz="27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10484" y="8428814"/>
            <a:ext cx="445176" cy="6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9AE3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84399" y="8420164"/>
            <a:ext cx="667731" cy="667731"/>
            <a:chOff x="0" y="0"/>
            <a:chExt cx="890308" cy="8903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90270" cy="890270"/>
            </a:xfrm>
            <a:custGeom>
              <a:avLst/>
              <a:gdLst/>
              <a:ahLst/>
              <a:cxnLst/>
              <a:rect l="l" t="t" r="r" b="b"/>
              <a:pathLst>
                <a:path w="890270" h="89027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45135" y="28575"/>
                  </a:lnTo>
                  <a:lnTo>
                    <a:pt x="445135" y="0"/>
                  </a:lnTo>
                  <a:cubicBezTo>
                    <a:pt x="691007" y="0"/>
                    <a:pt x="890270" y="199263"/>
                    <a:pt x="890270" y="445135"/>
                  </a:cubicBezTo>
                  <a:cubicBezTo>
                    <a:pt x="890270" y="691007"/>
                    <a:pt x="691007" y="890270"/>
                    <a:pt x="445135" y="890270"/>
                  </a:cubicBezTo>
                  <a:lnTo>
                    <a:pt x="445135" y="861695"/>
                  </a:lnTo>
                  <a:lnTo>
                    <a:pt x="445135" y="890270"/>
                  </a:lnTo>
                  <a:cubicBezTo>
                    <a:pt x="199263" y="890270"/>
                    <a:pt x="0" y="691007"/>
                    <a:pt x="0" y="445135"/>
                  </a:cubicBezTo>
                  <a:lnTo>
                    <a:pt x="28575" y="445135"/>
                  </a:lnTo>
                  <a:lnTo>
                    <a:pt x="53086" y="459740"/>
                  </a:lnTo>
                  <a:cubicBezTo>
                    <a:pt x="46482" y="470789"/>
                    <a:pt x="33401" y="476123"/>
                    <a:pt x="20955" y="472694"/>
                  </a:cubicBezTo>
                  <a:cubicBezTo>
                    <a:pt x="8509" y="469265"/>
                    <a:pt x="0" y="457962"/>
                    <a:pt x="0" y="445135"/>
                  </a:cubicBezTo>
                  <a:moveTo>
                    <a:pt x="57150" y="445135"/>
                  </a:moveTo>
                  <a:lnTo>
                    <a:pt x="28575" y="445135"/>
                  </a:lnTo>
                  <a:lnTo>
                    <a:pt x="4064" y="430530"/>
                  </a:lnTo>
                  <a:cubicBezTo>
                    <a:pt x="10668" y="419481"/>
                    <a:pt x="23749" y="414147"/>
                    <a:pt x="36195" y="417576"/>
                  </a:cubicBezTo>
                  <a:cubicBezTo>
                    <a:pt x="48641" y="421005"/>
                    <a:pt x="57150" y="432308"/>
                    <a:pt x="57150" y="445135"/>
                  </a:cubicBezTo>
                  <a:cubicBezTo>
                    <a:pt x="57150" y="659384"/>
                    <a:pt x="230886" y="833120"/>
                    <a:pt x="445135" y="833120"/>
                  </a:cubicBezTo>
                  <a:cubicBezTo>
                    <a:pt x="659384" y="833120"/>
                    <a:pt x="833120" y="659384"/>
                    <a:pt x="833120" y="445135"/>
                  </a:cubicBezTo>
                  <a:lnTo>
                    <a:pt x="861695" y="445135"/>
                  </a:lnTo>
                  <a:lnTo>
                    <a:pt x="833120" y="445135"/>
                  </a:lnTo>
                  <a:cubicBezTo>
                    <a:pt x="833120" y="230886"/>
                    <a:pt x="659384" y="57150"/>
                    <a:pt x="445135" y="57150"/>
                  </a:cubicBezTo>
                  <a:lnTo>
                    <a:pt x="445135" y="28575"/>
                  </a:lnTo>
                  <a:lnTo>
                    <a:pt x="445135" y="57150"/>
                  </a:lnTo>
                  <a:cubicBezTo>
                    <a:pt x="230886" y="57150"/>
                    <a:pt x="57150" y="230886"/>
                    <a:pt x="57150" y="445135"/>
                  </a:cubicBezTo>
                  <a:close/>
                </a:path>
              </a:pathLst>
            </a:custGeom>
            <a:solidFill>
              <a:srgbClr val="009AE3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13497506" y="3140456"/>
            <a:ext cx="1188170" cy="25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Introducción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497231" y="3441676"/>
            <a:ext cx="2764362" cy="869530"/>
            <a:chOff x="0" y="0"/>
            <a:chExt cx="3685816" cy="1159374"/>
          </a:xfrm>
        </p:grpSpPr>
        <p:sp>
          <p:nvSpPr>
            <p:cNvPr id="50" name="Freeform 50"/>
            <p:cNvSpPr/>
            <p:nvPr/>
          </p:nvSpPr>
          <p:spPr>
            <a:xfrm>
              <a:off x="19050" y="19050"/>
              <a:ext cx="3647694" cy="1121283"/>
            </a:xfrm>
            <a:custGeom>
              <a:avLst/>
              <a:gdLst/>
              <a:ahLst/>
              <a:cxnLst/>
              <a:rect l="l" t="t" r="r" b="b"/>
              <a:pathLst>
                <a:path w="3647694" h="1121283">
                  <a:moveTo>
                    <a:pt x="0" y="0"/>
                  </a:moveTo>
                  <a:lnTo>
                    <a:pt x="3647694" y="0"/>
                  </a:lnTo>
                  <a:lnTo>
                    <a:pt x="3647694" y="1121283"/>
                  </a:lnTo>
                  <a:lnTo>
                    <a:pt x="0" y="112128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3685794" cy="1159383"/>
            </a:xfrm>
            <a:custGeom>
              <a:avLst/>
              <a:gdLst/>
              <a:ahLst/>
              <a:cxnLst/>
              <a:rect l="l" t="t" r="r" b="b"/>
              <a:pathLst>
                <a:path w="3685794" h="1159383">
                  <a:moveTo>
                    <a:pt x="19050" y="0"/>
                  </a:moveTo>
                  <a:lnTo>
                    <a:pt x="3666744" y="0"/>
                  </a:lnTo>
                  <a:cubicBezTo>
                    <a:pt x="3677285" y="0"/>
                    <a:pt x="3685794" y="8509"/>
                    <a:pt x="3685794" y="19050"/>
                  </a:cubicBezTo>
                  <a:lnTo>
                    <a:pt x="3685794" y="1140333"/>
                  </a:lnTo>
                  <a:cubicBezTo>
                    <a:pt x="3685794" y="1150874"/>
                    <a:pt x="3677285" y="1159383"/>
                    <a:pt x="3666744" y="1159383"/>
                  </a:cubicBezTo>
                  <a:lnTo>
                    <a:pt x="19050" y="1159383"/>
                  </a:lnTo>
                  <a:cubicBezTo>
                    <a:pt x="8509" y="1159383"/>
                    <a:pt x="0" y="1150874"/>
                    <a:pt x="0" y="114033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40333"/>
                  </a:lnTo>
                  <a:lnTo>
                    <a:pt x="19050" y="1140333"/>
                  </a:lnTo>
                  <a:lnTo>
                    <a:pt x="19050" y="1121283"/>
                  </a:lnTo>
                  <a:lnTo>
                    <a:pt x="3666744" y="1121283"/>
                  </a:lnTo>
                  <a:lnTo>
                    <a:pt x="3666744" y="1140333"/>
                  </a:lnTo>
                  <a:lnTo>
                    <a:pt x="3647694" y="1140333"/>
                  </a:lnTo>
                  <a:lnTo>
                    <a:pt x="3647694" y="19050"/>
                  </a:lnTo>
                  <a:lnTo>
                    <a:pt x="3666744" y="19050"/>
                  </a:lnTo>
                  <a:lnTo>
                    <a:pt x="366674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685816" cy="1159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3541347" y="4657752"/>
            <a:ext cx="2536853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Habilidades</a:t>
            </a: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técnicas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54" name="Group 54"/>
          <p:cNvGrpSpPr/>
          <p:nvPr/>
        </p:nvGrpSpPr>
        <p:grpSpPr>
          <a:xfrm>
            <a:off x="13541073" y="5016356"/>
            <a:ext cx="2764362" cy="1119517"/>
            <a:chOff x="0" y="0"/>
            <a:chExt cx="3685816" cy="1159374"/>
          </a:xfrm>
        </p:grpSpPr>
        <p:sp>
          <p:nvSpPr>
            <p:cNvPr id="55" name="Freeform 55"/>
            <p:cNvSpPr/>
            <p:nvPr/>
          </p:nvSpPr>
          <p:spPr>
            <a:xfrm>
              <a:off x="19050" y="19050"/>
              <a:ext cx="3647694" cy="1121283"/>
            </a:xfrm>
            <a:custGeom>
              <a:avLst/>
              <a:gdLst/>
              <a:ahLst/>
              <a:cxnLst/>
              <a:rect l="l" t="t" r="r" b="b"/>
              <a:pathLst>
                <a:path w="3647694" h="1121283">
                  <a:moveTo>
                    <a:pt x="0" y="0"/>
                  </a:moveTo>
                  <a:lnTo>
                    <a:pt x="3647694" y="0"/>
                  </a:lnTo>
                  <a:lnTo>
                    <a:pt x="3647694" y="1121283"/>
                  </a:lnTo>
                  <a:lnTo>
                    <a:pt x="0" y="112128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3685794" cy="1159383"/>
            </a:xfrm>
            <a:custGeom>
              <a:avLst/>
              <a:gdLst/>
              <a:ahLst/>
              <a:cxnLst/>
              <a:rect l="l" t="t" r="r" b="b"/>
              <a:pathLst>
                <a:path w="3685794" h="1159383">
                  <a:moveTo>
                    <a:pt x="19050" y="0"/>
                  </a:moveTo>
                  <a:lnTo>
                    <a:pt x="3666744" y="0"/>
                  </a:lnTo>
                  <a:cubicBezTo>
                    <a:pt x="3677285" y="0"/>
                    <a:pt x="3685794" y="8509"/>
                    <a:pt x="3685794" y="19050"/>
                  </a:cubicBezTo>
                  <a:lnTo>
                    <a:pt x="3685794" y="1140333"/>
                  </a:lnTo>
                  <a:cubicBezTo>
                    <a:pt x="3685794" y="1150874"/>
                    <a:pt x="3677285" y="1159383"/>
                    <a:pt x="3666744" y="1159383"/>
                  </a:cubicBezTo>
                  <a:lnTo>
                    <a:pt x="19050" y="1159383"/>
                  </a:lnTo>
                  <a:cubicBezTo>
                    <a:pt x="8509" y="1159383"/>
                    <a:pt x="0" y="1150874"/>
                    <a:pt x="0" y="114033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40333"/>
                  </a:lnTo>
                  <a:lnTo>
                    <a:pt x="19050" y="1140333"/>
                  </a:lnTo>
                  <a:lnTo>
                    <a:pt x="19050" y="1121283"/>
                  </a:lnTo>
                  <a:lnTo>
                    <a:pt x="3666744" y="1121283"/>
                  </a:lnTo>
                  <a:lnTo>
                    <a:pt x="3666744" y="1140333"/>
                  </a:lnTo>
                  <a:lnTo>
                    <a:pt x="3647694" y="1140333"/>
                  </a:lnTo>
                  <a:lnTo>
                    <a:pt x="3647694" y="19050"/>
                  </a:lnTo>
                  <a:lnTo>
                    <a:pt x="3666744" y="19050"/>
                  </a:lnTo>
                  <a:lnTo>
                    <a:pt x="366674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3685816" cy="1159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3541346" y="6185272"/>
            <a:ext cx="2841653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Información</a:t>
            </a: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 </a:t>
            </a: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académica</a:t>
            </a: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59" name="Group 59"/>
          <p:cNvGrpSpPr/>
          <p:nvPr/>
        </p:nvGrpSpPr>
        <p:grpSpPr>
          <a:xfrm>
            <a:off x="13541073" y="6701885"/>
            <a:ext cx="2764362" cy="758690"/>
            <a:chOff x="0" y="0"/>
            <a:chExt cx="3685816" cy="1159383"/>
          </a:xfrm>
        </p:grpSpPr>
        <p:sp>
          <p:nvSpPr>
            <p:cNvPr id="60" name="Freeform 60"/>
            <p:cNvSpPr/>
            <p:nvPr/>
          </p:nvSpPr>
          <p:spPr>
            <a:xfrm>
              <a:off x="19050" y="19050"/>
              <a:ext cx="3647694" cy="1121283"/>
            </a:xfrm>
            <a:custGeom>
              <a:avLst/>
              <a:gdLst/>
              <a:ahLst/>
              <a:cxnLst/>
              <a:rect l="l" t="t" r="r" b="b"/>
              <a:pathLst>
                <a:path w="3647694" h="1121283">
                  <a:moveTo>
                    <a:pt x="0" y="0"/>
                  </a:moveTo>
                  <a:lnTo>
                    <a:pt x="3647694" y="0"/>
                  </a:lnTo>
                  <a:lnTo>
                    <a:pt x="3647694" y="1121283"/>
                  </a:lnTo>
                  <a:lnTo>
                    <a:pt x="0" y="112128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3685794" cy="1159383"/>
            </a:xfrm>
            <a:custGeom>
              <a:avLst/>
              <a:gdLst/>
              <a:ahLst/>
              <a:cxnLst/>
              <a:rect l="l" t="t" r="r" b="b"/>
              <a:pathLst>
                <a:path w="3685794" h="1159383">
                  <a:moveTo>
                    <a:pt x="19050" y="0"/>
                  </a:moveTo>
                  <a:lnTo>
                    <a:pt x="3666744" y="0"/>
                  </a:lnTo>
                  <a:cubicBezTo>
                    <a:pt x="3677285" y="0"/>
                    <a:pt x="3685794" y="8509"/>
                    <a:pt x="3685794" y="19050"/>
                  </a:cubicBezTo>
                  <a:lnTo>
                    <a:pt x="3685794" y="1140333"/>
                  </a:lnTo>
                  <a:cubicBezTo>
                    <a:pt x="3685794" y="1150874"/>
                    <a:pt x="3677285" y="1159383"/>
                    <a:pt x="3666744" y="1159383"/>
                  </a:cubicBezTo>
                  <a:lnTo>
                    <a:pt x="19050" y="1159383"/>
                  </a:lnTo>
                  <a:cubicBezTo>
                    <a:pt x="8509" y="1159383"/>
                    <a:pt x="0" y="1150874"/>
                    <a:pt x="0" y="114033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40333"/>
                  </a:lnTo>
                  <a:lnTo>
                    <a:pt x="19050" y="1140333"/>
                  </a:lnTo>
                  <a:lnTo>
                    <a:pt x="19050" y="1121283"/>
                  </a:lnTo>
                  <a:lnTo>
                    <a:pt x="3666744" y="1121283"/>
                  </a:lnTo>
                  <a:lnTo>
                    <a:pt x="3666744" y="1140333"/>
                  </a:lnTo>
                  <a:lnTo>
                    <a:pt x="3647694" y="1140333"/>
                  </a:lnTo>
                  <a:lnTo>
                    <a:pt x="3647694" y="19050"/>
                  </a:lnTo>
                  <a:lnTo>
                    <a:pt x="3666744" y="19050"/>
                  </a:lnTo>
                  <a:lnTo>
                    <a:pt x="366674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401565"/>
              <a:ext cx="3685816" cy="757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3554321" y="7712950"/>
            <a:ext cx="2523879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Experiencia</a:t>
            </a:r>
            <a:r>
              <a:rPr lang="en-US" sz="135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35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profesional</a:t>
            </a:r>
            <a:endParaRPr lang="en-US" sz="135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64" name="Group 64"/>
          <p:cNvGrpSpPr/>
          <p:nvPr/>
        </p:nvGrpSpPr>
        <p:grpSpPr>
          <a:xfrm>
            <a:off x="13554047" y="8053335"/>
            <a:ext cx="2764362" cy="869530"/>
            <a:chOff x="0" y="0"/>
            <a:chExt cx="3685816" cy="1159374"/>
          </a:xfrm>
        </p:grpSpPr>
        <p:sp>
          <p:nvSpPr>
            <p:cNvPr id="65" name="Freeform 65"/>
            <p:cNvSpPr/>
            <p:nvPr/>
          </p:nvSpPr>
          <p:spPr>
            <a:xfrm>
              <a:off x="19050" y="19050"/>
              <a:ext cx="3647694" cy="1121283"/>
            </a:xfrm>
            <a:custGeom>
              <a:avLst/>
              <a:gdLst/>
              <a:ahLst/>
              <a:cxnLst/>
              <a:rect l="l" t="t" r="r" b="b"/>
              <a:pathLst>
                <a:path w="3647694" h="1121283">
                  <a:moveTo>
                    <a:pt x="0" y="0"/>
                  </a:moveTo>
                  <a:lnTo>
                    <a:pt x="3647694" y="0"/>
                  </a:lnTo>
                  <a:lnTo>
                    <a:pt x="3647694" y="1121283"/>
                  </a:lnTo>
                  <a:lnTo>
                    <a:pt x="0" y="112128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3685794" cy="1159383"/>
            </a:xfrm>
            <a:custGeom>
              <a:avLst/>
              <a:gdLst/>
              <a:ahLst/>
              <a:cxnLst/>
              <a:rect l="l" t="t" r="r" b="b"/>
              <a:pathLst>
                <a:path w="3685794" h="1159383">
                  <a:moveTo>
                    <a:pt x="19050" y="0"/>
                  </a:moveTo>
                  <a:lnTo>
                    <a:pt x="3666744" y="0"/>
                  </a:lnTo>
                  <a:cubicBezTo>
                    <a:pt x="3677285" y="0"/>
                    <a:pt x="3685794" y="8509"/>
                    <a:pt x="3685794" y="19050"/>
                  </a:cubicBezTo>
                  <a:lnTo>
                    <a:pt x="3685794" y="1140333"/>
                  </a:lnTo>
                  <a:cubicBezTo>
                    <a:pt x="3685794" y="1150874"/>
                    <a:pt x="3677285" y="1159383"/>
                    <a:pt x="3666744" y="1159383"/>
                  </a:cubicBezTo>
                  <a:lnTo>
                    <a:pt x="19050" y="1159383"/>
                  </a:lnTo>
                  <a:cubicBezTo>
                    <a:pt x="8509" y="1159383"/>
                    <a:pt x="0" y="1150874"/>
                    <a:pt x="0" y="114033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40333"/>
                  </a:lnTo>
                  <a:lnTo>
                    <a:pt x="19050" y="1140333"/>
                  </a:lnTo>
                  <a:lnTo>
                    <a:pt x="19050" y="1121283"/>
                  </a:lnTo>
                  <a:lnTo>
                    <a:pt x="3666744" y="1121283"/>
                  </a:lnTo>
                  <a:lnTo>
                    <a:pt x="3666744" y="1140333"/>
                  </a:lnTo>
                  <a:lnTo>
                    <a:pt x="3647694" y="1140333"/>
                  </a:lnTo>
                  <a:lnTo>
                    <a:pt x="3647694" y="19050"/>
                  </a:lnTo>
                  <a:lnTo>
                    <a:pt x="3666744" y="19050"/>
                  </a:lnTo>
                  <a:lnTo>
                    <a:pt x="366674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3685816" cy="1159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9AE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600" y="114300"/>
            <a:ext cx="1130300" cy="11303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66700"/>
            <a:ext cx="7108470" cy="96393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342900"/>
            <a:ext cx="7108470" cy="9791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3" name="Redondear rectángulo de esquina diagonal 2"/>
          <p:cNvSpPr/>
          <p:nvPr/>
        </p:nvSpPr>
        <p:spPr>
          <a:xfrm>
            <a:off x="11582400" y="5829300"/>
            <a:ext cx="4419600" cy="3048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046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56489" y="482166"/>
            <a:ext cx="1005622" cy="1093068"/>
          </a:xfrm>
          <a:custGeom>
            <a:avLst/>
            <a:gdLst/>
            <a:ahLst/>
            <a:cxnLst/>
            <a:rect l="l" t="t" r="r" b="b"/>
            <a:pathLst>
              <a:path w="1005622" h="1093068">
                <a:moveTo>
                  <a:pt x="0" y="0"/>
                </a:moveTo>
                <a:lnTo>
                  <a:pt x="1005622" y="0"/>
                </a:lnTo>
                <a:lnTo>
                  <a:pt x="1005622" y="1093068"/>
                </a:lnTo>
                <a:lnTo>
                  <a:pt x="0" y="1093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7323" y="3436120"/>
            <a:ext cx="3492584" cy="4114800"/>
          </a:xfrm>
          <a:custGeom>
            <a:avLst/>
            <a:gdLst/>
            <a:ahLst/>
            <a:cxnLst/>
            <a:rect l="l" t="t" r="r" b="b"/>
            <a:pathLst>
              <a:path w="3492584" h="4114800">
                <a:moveTo>
                  <a:pt x="0" y="0"/>
                </a:moveTo>
                <a:lnTo>
                  <a:pt x="3492584" y="0"/>
                </a:lnTo>
                <a:lnTo>
                  <a:pt x="34925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61928" y="29360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946829" y="152727"/>
            <a:ext cx="7058176" cy="9981546"/>
          </a:xfrm>
          <a:custGeom>
            <a:avLst/>
            <a:gdLst/>
            <a:ahLst/>
            <a:cxnLst/>
            <a:rect l="l" t="t" r="r" b="b"/>
            <a:pathLst>
              <a:path w="7058176" h="9981546">
                <a:moveTo>
                  <a:pt x="0" y="0"/>
                </a:moveTo>
                <a:lnTo>
                  <a:pt x="7058176" y="0"/>
                </a:lnTo>
                <a:lnTo>
                  <a:pt x="7058176" y="9981546"/>
                </a:lnTo>
                <a:lnTo>
                  <a:pt x="0" y="9981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289" y="0"/>
            <a:ext cx="18302288" cy="10301288"/>
          </a:xfrm>
          <a:custGeom>
            <a:avLst/>
            <a:gdLst/>
            <a:ahLst/>
            <a:cxnLst/>
            <a:rect l="l" t="t" r="r" b="b"/>
            <a:pathLst>
              <a:path w="18302288" h="10301288">
                <a:moveTo>
                  <a:pt x="0" y="0"/>
                </a:moveTo>
                <a:lnTo>
                  <a:pt x="18302287" y="0"/>
                </a:lnTo>
                <a:lnTo>
                  <a:pt x="18302287" y="10301288"/>
                </a:lnTo>
                <a:lnTo>
                  <a:pt x="0" y="1030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68" b="-790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769" y="-514350"/>
            <a:ext cx="18355247" cy="11329988"/>
            <a:chOff x="250441" y="161433"/>
            <a:chExt cx="24473663" cy="13716000"/>
          </a:xfrm>
        </p:grpSpPr>
        <p:sp>
          <p:nvSpPr>
            <p:cNvPr id="4" name="Freeform 4"/>
            <p:cNvSpPr/>
            <p:nvPr/>
          </p:nvSpPr>
          <p:spPr>
            <a:xfrm>
              <a:off x="250441" y="161433"/>
              <a:ext cx="24473663" cy="13716000"/>
            </a:xfrm>
            <a:custGeom>
              <a:avLst/>
              <a:gdLst/>
              <a:ahLst/>
              <a:cxnLst/>
              <a:rect l="l" t="t" r="r" b="b"/>
              <a:pathLst>
                <a:path w="24473663" h="13716000">
                  <a:moveTo>
                    <a:pt x="0" y="0"/>
                  </a:moveTo>
                  <a:lnTo>
                    <a:pt x="24473663" y="0"/>
                  </a:lnTo>
                  <a:lnTo>
                    <a:pt x="24473663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09AE3">
                    <a:alpha val="0"/>
                  </a:srgbClr>
                </a:gs>
                <a:gs pos="100000">
                  <a:srgbClr val="009AE3">
                    <a:alpha val="80000"/>
                  </a:srgbClr>
                </a:gs>
              </a:gsLst>
              <a:lin ang="5400000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12496800" y="2705100"/>
            <a:ext cx="5257800" cy="127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600" dirty="0" err="1" smtClean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Publicación</a:t>
            </a:r>
            <a:r>
              <a:rPr lang="en-US" sz="3600" dirty="0" smtClean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real </a:t>
            </a:r>
            <a:r>
              <a:rPr lang="en-US" sz="3600" dirty="0" err="1" smtClean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departamento</a:t>
            </a:r>
            <a:r>
              <a:rPr lang="en-US" sz="3600" dirty="0" smtClean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RRHH </a:t>
            </a:r>
            <a:r>
              <a:rPr lang="en-US" sz="3600" dirty="0" err="1" smtClean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Empresa</a:t>
            </a:r>
            <a:endParaRPr lang="en-US" sz="3600" dirty="0" smtClean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7173400" y="353750"/>
            <a:ext cx="784783" cy="864036"/>
          </a:xfrm>
          <a:custGeom>
            <a:avLst/>
            <a:gdLst/>
            <a:ahLst/>
            <a:cxnLst/>
            <a:rect l="l" t="t" r="r" b="b"/>
            <a:pathLst>
              <a:path w="784783" h="864036">
                <a:moveTo>
                  <a:pt x="0" y="0"/>
                </a:moveTo>
                <a:lnTo>
                  <a:pt x="784783" y="0"/>
                </a:lnTo>
                <a:lnTo>
                  <a:pt x="784783" y="864036"/>
                </a:lnTo>
                <a:lnTo>
                  <a:pt x="0" y="864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" b="-56"/>
            </a:stretch>
          </a:blipFill>
        </p:spPr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731044"/>
            <a:ext cx="5467991" cy="857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5951" y="-40942"/>
            <a:ext cx="18309266" cy="10327942"/>
          </a:xfrm>
          <a:custGeom>
            <a:avLst/>
            <a:gdLst/>
            <a:ahLst/>
            <a:cxnLst/>
            <a:rect l="l" t="t" r="r" b="b"/>
            <a:pathLst>
              <a:path w="18309266" h="10327942">
                <a:moveTo>
                  <a:pt x="18309266" y="0"/>
                </a:moveTo>
                <a:lnTo>
                  <a:pt x="0" y="0"/>
                </a:lnTo>
                <a:lnTo>
                  <a:pt x="0" y="10327942"/>
                </a:lnTo>
                <a:lnTo>
                  <a:pt x="18309266" y="10327942"/>
                </a:lnTo>
                <a:lnTo>
                  <a:pt x="18309266" y="0"/>
                </a:lnTo>
                <a:close/>
              </a:path>
            </a:pathLst>
          </a:custGeom>
          <a:blipFill>
            <a:blip r:embed="rId2"/>
            <a:stretch>
              <a:fillRect l="-5830" r="-10764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3842781" y="-4049232"/>
            <a:ext cx="10591799" cy="18309265"/>
            <a:chOff x="0" y="0"/>
            <a:chExt cx="13716000" cy="184277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16000" cy="18427700"/>
            </a:xfrm>
            <a:custGeom>
              <a:avLst/>
              <a:gdLst/>
              <a:ahLst/>
              <a:cxnLst/>
              <a:rect l="l" t="t" r="r" b="b"/>
              <a:pathLst>
                <a:path w="13716000" h="18427700">
                  <a:moveTo>
                    <a:pt x="0" y="0"/>
                  </a:moveTo>
                  <a:lnTo>
                    <a:pt x="13716000" y="0"/>
                  </a:lnTo>
                  <a:lnTo>
                    <a:pt x="13716000" y="18427700"/>
                  </a:lnTo>
                  <a:lnTo>
                    <a:pt x="0" y="18427700"/>
                  </a:lnTo>
                  <a:close/>
                </a:path>
              </a:pathLst>
            </a:custGeom>
            <a:gradFill rotWithShape="1">
              <a:gsLst>
                <a:gs pos="0">
                  <a:srgbClr val="009AE3">
                    <a:alpha val="0"/>
                  </a:srgbClr>
                </a:gs>
                <a:gs pos="100000">
                  <a:srgbClr val="009AE3">
                    <a:alpha val="80000"/>
                  </a:srgbClr>
                </a:gs>
              </a:gsLst>
              <a:lin ang="0"/>
            </a:gradFill>
          </p:spPr>
        </p:sp>
      </p:grpSp>
      <p:sp>
        <p:nvSpPr>
          <p:cNvPr id="7" name="TextBox 7"/>
          <p:cNvSpPr txBox="1"/>
          <p:nvPr/>
        </p:nvSpPr>
        <p:spPr>
          <a:xfrm>
            <a:off x="1348740" y="669607"/>
            <a:ext cx="15590520" cy="92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 dirty="0" err="1" smtClean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Importante</a:t>
            </a:r>
            <a:r>
              <a:rPr lang="en-US" sz="6600" b="1" dirty="0" smtClean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endParaRPr lang="en-US" sz="6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87991" y="2764670"/>
            <a:ext cx="11125950" cy="697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plazo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entrega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CV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el </a:t>
            </a:r>
            <a:r>
              <a:rPr lang="en-US" sz="2700" u="sng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23</a:t>
            </a:r>
            <a:r>
              <a:rPr lang="en-US" sz="2700" u="sng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u="sng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2700" u="sng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Octubre</a:t>
            </a:r>
            <a:r>
              <a:rPr lang="en-US" sz="2700" u="sng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de 2026</a:t>
            </a:r>
          </a:p>
          <a:p>
            <a:pPr algn="l">
              <a:lnSpc>
                <a:spcPts val="3240"/>
              </a:lnSpc>
            </a:pPr>
            <a:endParaRPr lang="en-US" sz="27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habilitará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tarea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el modulo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prácticas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para que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subáis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el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Cv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,el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documento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Protección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otra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para la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documentación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la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exención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estancia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empresa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subirá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el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documento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´´PROTECCIÓN DE DATOS´´, que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debéis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rellenar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firmar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entregar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firmado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junto con  el cv,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cosa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tarea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correspondiente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Plazo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entrega</a:t>
            </a:r>
            <a:r>
              <a:rPr lang="en-US" sz="27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máximo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23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Octubre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de 2026</a:t>
            </a: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Plazo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entrega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CV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corregido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viernes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30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octubre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 de 2026</a:t>
            </a: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endParaRPr lang="en-US" sz="2700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endParaRPr lang="en-US" sz="27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endParaRPr lang="en-US" sz="2700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7173400" y="353750"/>
            <a:ext cx="784783" cy="864036"/>
          </a:xfrm>
          <a:custGeom>
            <a:avLst/>
            <a:gdLst/>
            <a:ahLst/>
            <a:cxnLst/>
            <a:rect l="l" t="t" r="r" b="b"/>
            <a:pathLst>
              <a:path w="784783" h="864036">
                <a:moveTo>
                  <a:pt x="0" y="0"/>
                </a:moveTo>
                <a:lnTo>
                  <a:pt x="784783" y="0"/>
                </a:lnTo>
                <a:lnTo>
                  <a:pt x="784783" y="864036"/>
                </a:lnTo>
                <a:lnTo>
                  <a:pt x="0" y="864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" b="-56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049258" y="3687316"/>
            <a:ext cx="2102475" cy="56121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479037" y="4530448"/>
            <a:ext cx="3426344" cy="60129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19200" y="1562100"/>
            <a:ext cx="1325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</a:t>
            </a:r>
            <a:endParaRPr lang="es-ES" sz="3600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219200" y="3238500"/>
            <a:ext cx="1638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800" dirty="0" smtClean="0"/>
              <a:t>Haber superado el módulo de IPE I/FOL</a:t>
            </a:r>
          </a:p>
          <a:p>
            <a:pPr marL="285750" indent="-285750">
              <a:buFontTx/>
              <a:buChar char="-"/>
            </a:pPr>
            <a:endParaRPr lang="es-ES" sz="2800" dirty="0" smtClean="0"/>
          </a:p>
          <a:p>
            <a:pPr marL="285750" indent="-285750">
              <a:buFontTx/>
              <a:buChar char="-"/>
            </a:pPr>
            <a:r>
              <a:rPr lang="es-ES" sz="2800" dirty="0" smtClean="0"/>
              <a:t>Tener Número de la seguridad social.</a:t>
            </a:r>
          </a:p>
          <a:p>
            <a:pPr marL="285750" indent="-285750">
              <a:buFontTx/>
              <a:buChar char="-"/>
            </a:pPr>
            <a:endParaRPr lang="es-ES" sz="2800" dirty="0" smtClean="0"/>
          </a:p>
          <a:p>
            <a:pPr marL="285750" indent="-285750">
              <a:buFontTx/>
              <a:buChar char="-"/>
            </a:pPr>
            <a:r>
              <a:rPr lang="es-ES" sz="2800" dirty="0" smtClean="0"/>
              <a:t>No encontrase de baja médica.</a:t>
            </a:r>
          </a:p>
          <a:p>
            <a:pPr marL="285750" indent="-285750">
              <a:buFontTx/>
              <a:buChar char="-"/>
            </a:pPr>
            <a:endParaRPr lang="es-ES" sz="2800" dirty="0"/>
          </a:p>
          <a:p>
            <a:pPr marL="285750" indent="-285750">
              <a:buFontTx/>
              <a:buChar char="-"/>
            </a:pPr>
            <a:r>
              <a:rPr lang="es-ES" sz="2800" dirty="0" smtClean="0"/>
              <a:t>En el caso de que seas extranjero, poseer la documentación en regla vigente para tramitar el alta en seguridad social y mantener la misma situación durante todo el periodo de estancia en empresas.</a:t>
            </a:r>
          </a:p>
          <a:p>
            <a:pPr marL="285750" indent="-285750">
              <a:buFontTx/>
              <a:buChar char="-"/>
            </a:pPr>
            <a:endParaRPr lang="es-ES" sz="2800" dirty="0"/>
          </a:p>
          <a:p>
            <a:pPr marL="285750" indent="-285750">
              <a:buFontTx/>
              <a:buChar char="-"/>
            </a:pPr>
            <a:r>
              <a:rPr lang="es-ES" sz="2800" dirty="0" smtClean="0"/>
              <a:t>CV actualizado</a:t>
            </a:r>
          </a:p>
          <a:p>
            <a:pPr marL="285750" indent="-285750">
              <a:buFontTx/>
              <a:buChar char="-"/>
            </a:pPr>
            <a:endParaRPr lang="es-ES" sz="2800" dirty="0"/>
          </a:p>
          <a:p>
            <a:pPr marL="285750" indent="-285750">
              <a:buFontTx/>
              <a:buChar char="-"/>
            </a:pPr>
            <a:r>
              <a:rPr lang="es-ES" sz="2800" dirty="0" smtClean="0"/>
              <a:t>Documento firmado Protección de Datos</a:t>
            </a:r>
            <a:endParaRPr lang="es-ES" sz="2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190500"/>
            <a:ext cx="1685925" cy="1685925"/>
          </a:xfrm>
          <a:prstGeom prst="rect">
            <a:avLst/>
          </a:prstGeom>
        </p:spPr>
      </p:pic>
      <p:grpSp>
        <p:nvGrpSpPr>
          <p:cNvPr id="5" name="Group 3"/>
          <p:cNvGrpSpPr/>
          <p:nvPr/>
        </p:nvGrpSpPr>
        <p:grpSpPr>
          <a:xfrm rot="5400000">
            <a:off x="3901557" y="2664343"/>
            <a:ext cx="10591799" cy="18445713"/>
            <a:chOff x="7696747" y="17965637"/>
            <a:chExt cx="13716000" cy="18427700"/>
          </a:xfrm>
        </p:grpSpPr>
        <p:sp>
          <p:nvSpPr>
            <p:cNvPr id="6" name="Freeform 4"/>
            <p:cNvSpPr/>
            <p:nvPr/>
          </p:nvSpPr>
          <p:spPr>
            <a:xfrm>
              <a:off x="7696747" y="17965637"/>
              <a:ext cx="13716000" cy="18427700"/>
            </a:xfrm>
            <a:custGeom>
              <a:avLst/>
              <a:gdLst/>
              <a:ahLst/>
              <a:cxnLst/>
              <a:rect l="l" t="t" r="r" b="b"/>
              <a:pathLst>
                <a:path w="13716000" h="18427700">
                  <a:moveTo>
                    <a:pt x="0" y="0"/>
                  </a:moveTo>
                  <a:lnTo>
                    <a:pt x="13716000" y="0"/>
                  </a:lnTo>
                  <a:lnTo>
                    <a:pt x="13716000" y="18427700"/>
                  </a:lnTo>
                  <a:lnTo>
                    <a:pt x="0" y="18427700"/>
                  </a:lnTo>
                  <a:close/>
                </a:path>
              </a:pathLst>
            </a:custGeom>
            <a:gradFill rotWithShape="1">
              <a:gsLst>
                <a:gs pos="0">
                  <a:srgbClr val="009AE3">
                    <a:alpha val="0"/>
                  </a:srgbClr>
                </a:gs>
                <a:gs pos="100000">
                  <a:srgbClr val="009AE3">
                    <a:alpha val="80000"/>
                  </a:srgbClr>
                </a:gs>
              </a:gsLst>
              <a:lin ang="0"/>
            </a:gradFill>
          </p:spPr>
        </p:sp>
      </p:grpSp>
    </p:spTree>
    <p:extLst>
      <p:ext uri="{BB962C8B-B14F-4D97-AF65-F5344CB8AC3E}">
        <p14:creationId xmlns:p14="http://schemas.microsoft.com/office/powerpoint/2010/main" val="356904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50900" y="1257300"/>
            <a:ext cx="1501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GESTIÓN Y </a:t>
            </a:r>
            <a:r>
              <a:rPr lang="es-ES" sz="2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METODOLOGÍA</a:t>
            </a:r>
            <a:endParaRPr lang="es-ES" sz="2400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838200" y="2095500"/>
            <a:ext cx="16459200" cy="88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Los trámites para cursar la Estancia en la Empresa </a:t>
            </a:r>
            <a:r>
              <a:rPr lang="es-ES" sz="2800" b="1" dirty="0"/>
              <a:t>se inician una vez que esté toda la documentación</a:t>
            </a:r>
            <a:r>
              <a:rPr lang="es-ES" sz="2800" dirty="0"/>
              <a:t> requerida completada y validada</a:t>
            </a:r>
            <a:r>
              <a:rPr lang="es-ES" sz="2800" dirty="0" smtClean="0"/>
              <a:t>.</a:t>
            </a:r>
          </a:p>
          <a:p>
            <a:endParaRPr lang="es-ES" sz="2800" dirty="0"/>
          </a:p>
          <a:p>
            <a:r>
              <a:rPr lang="es-ES" sz="2800" dirty="0"/>
              <a:t>Desde </a:t>
            </a:r>
            <a:r>
              <a:rPr lang="es-ES" sz="2800" dirty="0" err="1"/>
              <a:t>Digitech</a:t>
            </a:r>
            <a:r>
              <a:rPr lang="es-ES" sz="2800" dirty="0"/>
              <a:t> </a:t>
            </a:r>
            <a:r>
              <a:rPr lang="es-ES" sz="2800" b="1" dirty="0"/>
              <a:t>nos comprometemos a proporcionarte una empresa</a:t>
            </a:r>
            <a:r>
              <a:rPr lang="es-ES" sz="2800" dirty="0"/>
              <a:t> </a:t>
            </a:r>
            <a:r>
              <a:rPr lang="es-ES" sz="2800" dirty="0" smtClean="0"/>
              <a:t>para que realices tu estancia en empresa.</a:t>
            </a:r>
          </a:p>
          <a:p>
            <a:endParaRPr lang="es-ES" sz="2800" dirty="0"/>
          </a:p>
          <a:p>
            <a:r>
              <a:rPr lang="es-ES" sz="2800" b="1" dirty="0"/>
              <a:t>En caso de rechazar o negarte a realizar las prácticas en la empresa propuesta, se considerará que renuncias a tu </a:t>
            </a:r>
            <a:r>
              <a:rPr lang="es-ES" sz="2800" b="1" dirty="0" smtClean="0"/>
              <a:t>participación.</a:t>
            </a:r>
          </a:p>
          <a:p>
            <a:endParaRPr lang="es-ES" sz="2800" b="1" dirty="0"/>
          </a:p>
          <a:p>
            <a:pPr algn="just"/>
            <a:r>
              <a:rPr lang="es-ES" sz="2800" dirty="0"/>
              <a:t>Una vez firmado el convenio de prácticas y confirmado por DIGITECH mediante correo electrónico </a:t>
            </a:r>
            <a:r>
              <a:rPr lang="es-ES" sz="2800" dirty="0" smtClean="0"/>
              <a:t>con </a:t>
            </a:r>
            <a:r>
              <a:rPr lang="es-ES" sz="2800" dirty="0"/>
              <a:t>la fecha de incorporación a la empresa asignada, la asignación tendrá carácter definitivo</a:t>
            </a:r>
            <a:r>
              <a:rPr lang="es-ES" sz="2800" dirty="0" smtClean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El/la alumno/a no podrá rechazar ni modificar dicha asignación, salvo </a:t>
            </a:r>
            <a:r>
              <a:rPr lang="es-ES" sz="2800" dirty="0" smtClean="0"/>
              <a:t>por causa médica justificada</a:t>
            </a:r>
            <a:r>
              <a:rPr lang="es-ES" sz="2800" dirty="0"/>
              <a:t>.</a:t>
            </a:r>
            <a:endParaRPr lang="es-ES" sz="2800" dirty="0" smtClean="0"/>
          </a:p>
          <a:p>
            <a:pPr algn="just"/>
            <a:endParaRPr lang="es-ES" sz="2800" dirty="0"/>
          </a:p>
          <a:p>
            <a:pPr algn="just"/>
            <a:r>
              <a:rPr lang="es-ES" sz="2800" b="1" dirty="0"/>
              <a:t>E</a:t>
            </a:r>
            <a:r>
              <a:rPr lang="es-ES" sz="2800" b="1" dirty="0" smtClean="0"/>
              <a:t>n </a:t>
            </a:r>
            <a:r>
              <a:rPr lang="es-ES" sz="2800" b="1" dirty="0"/>
              <a:t>caso de rechazar o negarte a realizar las prácticas propuestas</a:t>
            </a:r>
            <a:r>
              <a:rPr lang="es-ES" sz="2800" dirty="0"/>
              <a:t>, deberás volver a </a:t>
            </a:r>
            <a:r>
              <a:rPr lang="es-ES" sz="2800" dirty="0" smtClean="0"/>
              <a:t>matricularte en el siguiente semestre y abonar </a:t>
            </a:r>
            <a:r>
              <a:rPr lang="es-ES" sz="2800" dirty="0"/>
              <a:t>el importe </a:t>
            </a:r>
            <a:r>
              <a:rPr lang="es-ES" sz="2800" dirty="0" smtClean="0"/>
              <a:t>de </a:t>
            </a:r>
            <a:r>
              <a:rPr lang="es-ES" sz="2800" dirty="0"/>
              <a:t>la estancia en empresas y aportar una empresa para la realización de las mismas.</a:t>
            </a:r>
          </a:p>
          <a:p>
            <a:pPr algn="just"/>
            <a:endParaRPr lang="es-ES" sz="2400" dirty="0" smtClean="0"/>
          </a:p>
          <a:p>
            <a:pPr algn="just"/>
            <a:endParaRPr lang="es-ES" sz="2000" dirty="0"/>
          </a:p>
          <a:p>
            <a:pPr algn="just"/>
            <a:endParaRPr lang="es-ES" sz="2400" dirty="0" smtClean="0"/>
          </a:p>
          <a:p>
            <a:pPr algn="just"/>
            <a:endParaRPr lang="es-ES" sz="2000" dirty="0"/>
          </a:p>
          <a:p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86310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571500"/>
            <a:ext cx="14401800" cy="4343399"/>
          </a:xfrm>
        </p:spPr>
        <p:txBody>
          <a:bodyPr>
            <a:normAutofit/>
          </a:bodyPr>
          <a:lstStyle/>
          <a:p>
            <a:r>
              <a:rPr lang="es-ES" sz="2200" dirty="0"/>
              <a:t/>
            </a:r>
            <a:br>
              <a:rPr lang="es-ES" sz="2200" dirty="0"/>
            </a:br>
            <a:r>
              <a:rPr lang="es-ES" sz="3100" dirty="0"/>
              <a:t>Disponibilidad para procesos de selección. El/la alumno/a </a:t>
            </a:r>
            <a:r>
              <a:rPr lang="es-ES" sz="3100" dirty="0" smtClean="0"/>
              <a:t>deberá </a:t>
            </a:r>
            <a:r>
              <a:rPr lang="es-ES" sz="3100" dirty="0"/>
              <a:t>mantenerse atento/a </a:t>
            </a:r>
            <a:r>
              <a:rPr lang="es-ES" sz="3100" dirty="0" err="1"/>
              <a:t>a</a:t>
            </a:r>
            <a:r>
              <a:rPr lang="es-ES" sz="3100" dirty="0"/>
              <a:t> los canales de comunicación oficiales (teléfono o correo electrónico). Será responsabilidad del alumno/a responder con agilidad, mostrar disponibilidad y participar activamente en entrevistas, pruebas o gestiones que requiera la empresa, adoptando en todo momento una actitud proactiva y comprometida. </a:t>
            </a:r>
            <a:endParaRPr lang="es-ES" sz="49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419100"/>
            <a:ext cx="1609725" cy="16097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72100"/>
            <a:ext cx="7231420" cy="43434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866" y="6381750"/>
            <a:ext cx="7055734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60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936" y="-90237"/>
            <a:ext cx="18453872" cy="10377237"/>
          </a:xfrm>
          <a:custGeom>
            <a:avLst/>
            <a:gdLst/>
            <a:ahLst/>
            <a:cxnLst/>
            <a:rect l="l" t="t" r="r" b="b"/>
            <a:pathLst>
              <a:path w="18453872" h="10377237">
                <a:moveTo>
                  <a:pt x="0" y="0"/>
                </a:moveTo>
                <a:lnTo>
                  <a:pt x="18453871" y="0"/>
                </a:lnTo>
                <a:lnTo>
                  <a:pt x="18453871" y="10377237"/>
                </a:lnTo>
                <a:lnTo>
                  <a:pt x="0" y="10377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42" r="-16" b="-971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2936" y="-90237"/>
            <a:ext cx="18453873" cy="10377237"/>
            <a:chOff x="0" y="0"/>
            <a:chExt cx="24605164" cy="138363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05107" cy="13836269"/>
            </a:xfrm>
            <a:custGeom>
              <a:avLst/>
              <a:gdLst/>
              <a:ahLst/>
              <a:cxnLst/>
              <a:rect l="l" t="t" r="r" b="b"/>
              <a:pathLst>
                <a:path w="24605107" h="13836269">
                  <a:moveTo>
                    <a:pt x="0" y="0"/>
                  </a:moveTo>
                  <a:lnTo>
                    <a:pt x="24605107" y="0"/>
                  </a:lnTo>
                  <a:lnTo>
                    <a:pt x="24605107" y="13836269"/>
                  </a:lnTo>
                  <a:lnTo>
                    <a:pt x="0" y="13836269"/>
                  </a:lnTo>
                  <a:close/>
                </a:path>
              </a:pathLst>
            </a:custGeom>
            <a:gradFill rotWithShape="1">
              <a:gsLst>
                <a:gs pos="0">
                  <a:srgbClr val="009AE3">
                    <a:alpha val="62000"/>
                  </a:srgbClr>
                </a:gs>
                <a:gs pos="100000">
                  <a:srgbClr val="009AE3">
                    <a:alpha val="80000"/>
                  </a:srgbClr>
                </a:gs>
              </a:gsLst>
              <a:lin ang="5400000"/>
            </a:gradFill>
          </p:spPr>
        </p:sp>
      </p:grpSp>
      <p:sp>
        <p:nvSpPr>
          <p:cNvPr id="5" name="Freeform 5"/>
          <p:cNvSpPr/>
          <p:nvPr/>
        </p:nvSpPr>
        <p:spPr>
          <a:xfrm>
            <a:off x="17173400" y="353750"/>
            <a:ext cx="784783" cy="864036"/>
          </a:xfrm>
          <a:custGeom>
            <a:avLst/>
            <a:gdLst/>
            <a:ahLst/>
            <a:cxnLst/>
            <a:rect l="l" t="t" r="r" b="b"/>
            <a:pathLst>
              <a:path w="784783" h="864036">
                <a:moveTo>
                  <a:pt x="0" y="0"/>
                </a:moveTo>
                <a:lnTo>
                  <a:pt x="784783" y="0"/>
                </a:lnTo>
                <a:lnTo>
                  <a:pt x="784783" y="864036"/>
                </a:lnTo>
                <a:lnTo>
                  <a:pt x="0" y="864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" b="-56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6136" y="7147091"/>
            <a:ext cx="6599655" cy="2436394"/>
            <a:chOff x="0" y="0"/>
            <a:chExt cx="8799540" cy="32485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9576" cy="3248660"/>
            </a:xfrm>
            <a:custGeom>
              <a:avLst/>
              <a:gdLst/>
              <a:ahLst/>
              <a:cxnLst/>
              <a:rect l="l" t="t" r="r" b="b"/>
              <a:pathLst>
                <a:path w="8799576" h="3248660">
                  <a:moveTo>
                    <a:pt x="0" y="316865"/>
                  </a:moveTo>
                  <a:cubicBezTo>
                    <a:pt x="0" y="141859"/>
                    <a:pt x="141859" y="0"/>
                    <a:pt x="316865" y="0"/>
                  </a:cubicBezTo>
                  <a:lnTo>
                    <a:pt x="8482711" y="0"/>
                  </a:lnTo>
                  <a:cubicBezTo>
                    <a:pt x="8657717" y="0"/>
                    <a:pt x="8799576" y="141859"/>
                    <a:pt x="8799576" y="316865"/>
                  </a:cubicBezTo>
                  <a:lnTo>
                    <a:pt x="8799576" y="2931795"/>
                  </a:lnTo>
                  <a:cubicBezTo>
                    <a:pt x="8799576" y="3106801"/>
                    <a:pt x="8657717" y="3248660"/>
                    <a:pt x="8482711" y="3248660"/>
                  </a:cubicBezTo>
                  <a:lnTo>
                    <a:pt x="316865" y="3248660"/>
                  </a:lnTo>
                  <a:cubicBezTo>
                    <a:pt x="141859" y="3248533"/>
                    <a:pt x="0" y="3106674"/>
                    <a:pt x="0" y="29316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8799540" cy="3248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 conoces alguna empresa para hacer tus prácticas, dínoslo y nos encargaremos de gestionarlo.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2772" y="6240453"/>
            <a:ext cx="9810545" cy="329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Directora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Departamento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de </a:t>
            </a:r>
            <a:r>
              <a:rPr lang="en-US" sz="3000" b="1" dirty="0" err="1" smtClean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Empresas-Prácticas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24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Marina </a:t>
            </a:r>
            <a:r>
              <a:rPr lang="en-US" sz="3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Ginés</a:t>
            </a:r>
            <a:r>
              <a:rPr lang="en-US" sz="3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Hinojo</a:t>
            </a:r>
            <a:endParaRPr lang="en-US" sz="3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endParaRPr lang="en-US" sz="3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24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Correo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electrónico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240"/>
              </a:lnSpc>
            </a:pPr>
            <a:r>
              <a:rPr lang="en-US" sz="3000" b="1" dirty="0" smtClean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practicas@digitechfp.com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240"/>
              </a:lnSpc>
            </a:pP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24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Sitio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web</a:t>
            </a:r>
          </a:p>
          <a:p>
            <a:pPr algn="l">
              <a:lnSpc>
                <a:spcPts val="324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www.digitechfp.com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8740" y="669607"/>
            <a:ext cx="15590520" cy="182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Información de contacto</a:t>
            </a:r>
          </a:p>
        </p:txBody>
      </p:sp>
      <p:sp>
        <p:nvSpPr>
          <p:cNvPr id="11" name="Freeform 11"/>
          <p:cNvSpPr/>
          <p:nvPr/>
        </p:nvSpPr>
        <p:spPr>
          <a:xfrm>
            <a:off x="743979" y="6346313"/>
            <a:ext cx="445168" cy="596991"/>
          </a:xfrm>
          <a:custGeom>
            <a:avLst/>
            <a:gdLst/>
            <a:ahLst/>
            <a:cxnLst/>
            <a:rect l="l" t="t" r="r" b="b"/>
            <a:pathLst>
              <a:path w="445168" h="596991">
                <a:moveTo>
                  <a:pt x="0" y="0"/>
                </a:moveTo>
                <a:lnTo>
                  <a:pt x="445169" y="0"/>
                </a:lnTo>
                <a:lnTo>
                  <a:pt x="445169" y="596991"/>
                </a:lnTo>
                <a:lnTo>
                  <a:pt x="0" y="59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2151" r="-215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5828" y="7618654"/>
            <a:ext cx="581472" cy="409877"/>
          </a:xfrm>
          <a:custGeom>
            <a:avLst/>
            <a:gdLst/>
            <a:ahLst/>
            <a:cxnLst/>
            <a:rect l="l" t="t" r="r" b="b"/>
            <a:pathLst>
              <a:path w="581472" h="409877">
                <a:moveTo>
                  <a:pt x="0" y="0"/>
                </a:moveTo>
                <a:lnTo>
                  <a:pt x="581472" y="0"/>
                </a:lnTo>
                <a:lnTo>
                  <a:pt x="581472" y="409877"/>
                </a:lnTo>
                <a:lnTo>
                  <a:pt x="0" y="409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3771" b="-377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5828" y="8792427"/>
            <a:ext cx="581472" cy="555978"/>
          </a:xfrm>
          <a:custGeom>
            <a:avLst/>
            <a:gdLst/>
            <a:ahLst/>
            <a:cxnLst/>
            <a:rect l="l" t="t" r="r" b="b"/>
            <a:pathLst>
              <a:path w="581472" h="555978">
                <a:moveTo>
                  <a:pt x="0" y="0"/>
                </a:moveTo>
                <a:lnTo>
                  <a:pt x="581472" y="0"/>
                </a:lnTo>
                <a:lnTo>
                  <a:pt x="581472" y="555978"/>
                </a:lnTo>
                <a:lnTo>
                  <a:pt x="0" y="555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2292" b="-2292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936" y="-57033"/>
            <a:ext cx="18453873" cy="10342281"/>
          </a:xfrm>
          <a:custGeom>
            <a:avLst/>
            <a:gdLst/>
            <a:ahLst/>
            <a:cxnLst/>
            <a:rect l="l" t="t" r="r" b="b"/>
            <a:pathLst>
              <a:path w="18453873" h="10342281">
                <a:moveTo>
                  <a:pt x="0" y="0"/>
                </a:moveTo>
                <a:lnTo>
                  <a:pt x="18453872" y="0"/>
                </a:lnTo>
                <a:lnTo>
                  <a:pt x="18453872" y="10342281"/>
                </a:lnTo>
                <a:lnTo>
                  <a:pt x="0" y="10342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2936" y="-57033"/>
            <a:ext cx="18453873" cy="10342281"/>
            <a:chOff x="0" y="0"/>
            <a:chExt cx="24605164" cy="13789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05107" cy="13789661"/>
            </a:xfrm>
            <a:custGeom>
              <a:avLst/>
              <a:gdLst/>
              <a:ahLst/>
              <a:cxnLst/>
              <a:rect l="l" t="t" r="r" b="b"/>
              <a:pathLst>
                <a:path w="24605107" h="13789661">
                  <a:moveTo>
                    <a:pt x="0" y="0"/>
                  </a:moveTo>
                  <a:lnTo>
                    <a:pt x="24605107" y="0"/>
                  </a:lnTo>
                  <a:lnTo>
                    <a:pt x="24605107" y="13789661"/>
                  </a:lnTo>
                  <a:lnTo>
                    <a:pt x="0" y="13789661"/>
                  </a:lnTo>
                  <a:close/>
                </a:path>
              </a:pathLst>
            </a:custGeom>
            <a:gradFill rotWithShape="1">
              <a:gsLst>
                <a:gs pos="0">
                  <a:srgbClr val="009AE3">
                    <a:alpha val="0"/>
                  </a:srgbClr>
                </a:gs>
                <a:gs pos="100000">
                  <a:srgbClr val="009AE3">
                    <a:alpha val="80000"/>
                  </a:srgbClr>
                </a:gs>
              </a:gsLst>
              <a:lin ang="5400000"/>
            </a:gradFill>
          </p:spPr>
        </p:sp>
      </p:grpSp>
      <p:sp>
        <p:nvSpPr>
          <p:cNvPr id="5" name="Freeform 5"/>
          <p:cNvSpPr/>
          <p:nvPr/>
        </p:nvSpPr>
        <p:spPr>
          <a:xfrm>
            <a:off x="7452592" y="4853106"/>
            <a:ext cx="3382815" cy="3724434"/>
          </a:xfrm>
          <a:custGeom>
            <a:avLst/>
            <a:gdLst/>
            <a:ahLst/>
            <a:cxnLst/>
            <a:rect l="l" t="t" r="r" b="b"/>
            <a:pathLst>
              <a:path w="3382815" h="3724434">
                <a:moveTo>
                  <a:pt x="0" y="0"/>
                </a:moveTo>
                <a:lnTo>
                  <a:pt x="3382815" y="0"/>
                </a:lnTo>
                <a:lnTo>
                  <a:pt x="3382815" y="3724434"/>
                </a:lnTo>
                <a:lnTo>
                  <a:pt x="0" y="3724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" b="-5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42360" y="2734868"/>
            <a:ext cx="3403281" cy="146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399</Words>
  <Application>Microsoft Office PowerPoint</Application>
  <PresentationFormat>Personalizado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Calibri</vt:lpstr>
      <vt:lpstr>DM Sans</vt:lpstr>
      <vt:lpstr>Arial</vt:lpstr>
      <vt:lpstr>DM Sans Bold</vt:lpstr>
      <vt:lpstr>Office Theme</vt:lpstr>
      <vt:lpstr>Presentación de PowerPoint</vt:lpstr>
      <vt:lpstr>Equipo Departamento de Empresas-Prácticas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Disponibilidad para procesos de selección. El/la alumno/a deberá mantenerse atento/a a los canales de comunicación oficiales (teléfono o correo electrónico). Será responsabilidad del alumno/a responder con agilidad, mostrar disponibilidad y participar activamente en entrevistas, pruebas o gestiones que requiera la empresa, adoptando en todo momento una actitud proactiva y comprometida.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DEPARTAMENTO PRÁCTICAS.pptx</dc:title>
  <dc:creator>Marina.Gines</dc:creator>
  <cp:lastModifiedBy>Marina Ginés Hinojo</cp:lastModifiedBy>
  <cp:revision>49</cp:revision>
  <dcterms:created xsi:type="dcterms:W3CDTF">2006-08-16T00:00:00Z</dcterms:created>
  <dcterms:modified xsi:type="dcterms:W3CDTF">2026-10-06T09:20:37Z</dcterms:modified>
  <dc:identifier>DAGTqKmgZeo</dc:identifier>
</cp:coreProperties>
</file>